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Lst>
  <p:notesMasterIdLst>
    <p:notesMasterId r:id="rId5"/>
  </p:notesMasterIdLst>
  <p:sldIdLst>
    <p:sldId id="256" r:id="rId4"/>
  </p:sldIdLst>
  <p:sldSz cx="32918400" cy="43891200"/>
  <p:notesSz cx="6735763" cy="9866313"/>
  <p:defaultTextStyle>
    <a:defPPr>
      <a:defRPr lang="en-US"/>
    </a:defPPr>
    <a:lvl1pPr algn="l" rtl="0" fontAlgn="base">
      <a:spcBef>
        <a:spcPct val="0"/>
      </a:spcBef>
      <a:spcAft>
        <a:spcPct val="0"/>
      </a:spcAft>
      <a:defRPr sz="3000" kern="1200">
        <a:solidFill>
          <a:schemeClr val="tx1"/>
        </a:solidFill>
        <a:latin typeface="Arial Narrow" pitchFamily="34" charset="0"/>
        <a:ea typeface="+mn-ea"/>
        <a:cs typeface="Arial" charset="0"/>
      </a:defRPr>
    </a:lvl1pPr>
    <a:lvl2pPr marL="457200" algn="l" rtl="0" fontAlgn="base">
      <a:spcBef>
        <a:spcPct val="0"/>
      </a:spcBef>
      <a:spcAft>
        <a:spcPct val="0"/>
      </a:spcAft>
      <a:defRPr sz="3000" kern="1200">
        <a:solidFill>
          <a:schemeClr val="tx1"/>
        </a:solidFill>
        <a:latin typeface="Arial Narrow" pitchFamily="34" charset="0"/>
        <a:ea typeface="+mn-ea"/>
        <a:cs typeface="Arial" charset="0"/>
      </a:defRPr>
    </a:lvl2pPr>
    <a:lvl3pPr marL="914400" algn="l" rtl="0" fontAlgn="base">
      <a:spcBef>
        <a:spcPct val="0"/>
      </a:spcBef>
      <a:spcAft>
        <a:spcPct val="0"/>
      </a:spcAft>
      <a:defRPr sz="3000" kern="1200">
        <a:solidFill>
          <a:schemeClr val="tx1"/>
        </a:solidFill>
        <a:latin typeface="Arial Narrow" pitchFamily="34" charset="0"/>
        <a:ea typeface="+mn-ea"/>
        <a:cs typeface="Arial" charset="0"/>
      </a:defRPr>
    </a:lvl3pPr>
    <a:lvl4pPr marL="1371600" algn="l" rtl="0" fontAlgn="base">
      <a:spcBef>
        <a:spcPct val="0"/>
      </a:spcBef>
      <a:spcAft>
        <a:spcPct val="0"/>
      </a:spcAft>
      <a:defRPr sz="3000" kern="1200">
        <a:solidFill>
          <a:schemeClr val="tx1"/>
        </a:solidFill>
        <a:latin typeface="Arial Narrow" pitchFamily="34" charset="0"/>
        <a:ea typeface="+mn-ea"/>
        <a:cs typeface="Arial" charset="0"/>
      </a:defRPr>
    </a:lvl4pPr>
    <a:lvl5pPr marL="1828800" algn="l" rtl="0" fontAlgn="base">
      <a:spcBef>
        <a:spcPct val="0"/>
      </a:spcBef>
      <a:spcAft>
        <a:spcPct val="0"/>
      </a:spcAft>
      <a:defRPr sz="3000" kern="1200">
        <a:solidFill>
          <a:schemeClr val="tx1"/>
        </a:solidFill>
        <a:latin typeface="Arial Narrow" pitchFamily="34" charset="0"/>
        <a:ea typeface="+mn-ea"/>
        <a:cs typeface="Arial" charset="0"/>
      </a:defRPr>
    </a:lvl5pPr>
    <a:lvl6pPr marL="2286000" algn="l" defTabSz="914400" rtl="0" eaLnBrk="1" latinLnBrk="0" hangingPunct="1">
      <a:defRPr sz="3000" kern="1200">
        <a:solidFill>
          <a:schemeClr val="tx1"/>
        </a:solidFill>
        <a:latin typeface="Arial Narrow" pitchFamily="34" charset="0"/>
        <a:ea typeface="+mn-ea"/>
        <a:cs typeface="Arial" charset="0"/>
      </a:defRPr>
    </a:lvl6pPr>
    <a:lvl7pPr marL="2743200" algn="l" defTabSz="914400" rtl="0" eaLnBrk="1" latinLnBrk="0" hangingPunct="1">
      <a:defRPr sz="3000" kern="1200">
        <a:solidFill>
          <a:schemeClr val="tx1"/>
        </a:solidFill>
        <a:latin typeface="Arial Narrow" pitchFamily="34" charset="0"/>
        <a:ea typeface="+mn-ea"/>
        <a:cs typeface="Arial" charset="0"/>
      </a:defRPr>
    </a:lvl7pPr>
    <a:lvl8pPr marL="3200400" algn="l" defTabSz="914400" rtl="0" eaLnBrk="1" latinLnBrk="0" hangingPunct="1">
      <a:defRPr sz="3000" kern="1200">
        <a:solidFill>
          <a:schemeClr val="tx1"/>
        </a:solidFill>
        <a:latin typeface="Arial Narrow" pitchFamily="34" charset="0"/>
        <a:ea typeface="+mn-ea"/>
        <a:cs typeface="Arial" charset="0"/>
      </a:defRPr>
    </a:lvl8pPr>
    <a:lvl9pPr marL="3657600" algn="l" defTabSz="914400" rtl="0" eaLnBrk="1" latinLnBrk="0" hangingPunct="1">
      <a:defRPr sz="3000" kern="1200">
        <a:solidFill>
          <a:schemeClr val="tx1"/>
        </a:solidFill>
        <a:latin typeface="Arial Narrow" pitchFamily="34" charset="0"/>
        <a:ea typeface="+mn-ea"/>
        <a:cs typeface="Arial" charset="0"/>
      </a:defRPr>
    </a:lvl9pPr>
  </p:defaultTextStyle>
  <p:extLst>
    <p:ext uri="{EFAFB233-063F-42B5-8137-9DF3F51BA10A}">
      <p15:sldGuideLst xmlns:p15="http://schemas.microsoft.com/office/powerpoint/2012/main">
        <p15:guide id="1" orient="horz" pos="3516">
          <p15:clr>
            <a:srgbClr val="A4A3A4"/>
          </p15:clr>
        </p15:guide>
        <p15:guide id="2" orient="horz" pos="27047">
          <p15:clr>
            <a:srgbClr val="A4A3A4"/>
          </p15:clr>
        </p15:guide>
        <p15:guide id="3" pos="329">
          <p15:clr>
            <a:srgbClr val="A4A3A4"/>
          </p15:clr>
        </p15:guide>
        <p15:guide id="4" pos="10146">
          <p15:clr>
            <a:srgbClr val="A4A3A4"/>
          </p15:clr>
        </p15:guide>
        <p15:guide id="5" pos="10522">
          <p15:clr>
            <a:srgbClr val="A4A3A4"/>
          </p15:clr>
        </p15:guide>
        <p15:guide id="6" pos="2034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a:srgbClr val="008080"/>
    <a:srgbClr val="FF5050"/>
    <a:srgbClr val="BFBCC4"/>
    <a:srgbClr val="B8C6C8"/>
    <a:srgbClr val="BDBFC3"/>
    <a:srgbClr val="B8BAC8"/>
    <a:srgbClr val="859B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837" autoAdjust="0"/>
    <p:restoredTop sz="97971" autoAdjust="0"/>
  </p:normalViewPr>
  <p:slideViewPr>
    <p:cSldViewPr snapToGrid="0" snapToObjects="1">
      <p:cViewPr>
        <p:scale>
          <a:sx n="25" d="100"/>
          <a:sy n="25" d="100"/>
        </p:scale>
        <p:origin x="52" y="28"/>
      </p:cViewPr>
      <p:guideLst>
        <p:guide orient="horz" pos="3516"/>
        <p:guide orient="horz" pos="27047"/>
        <p:guide pos="329"/>
        <p:guide pos="10146"/>
        <p:guide pos="10522"/>
        <p:guide pos="20345"/>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2400" b="1" dirty="0"/>
              <a:t>A</a:t>
            </a:r>
            <a:r>
              <a:rPr lang="en-IN" sz="2400" b="1" baseline="0" dirty="0"/>
              <a:t>ccuracy comparison of different methods </a:t>
            </a:r>
            <a:endParaRPr lang="en-IN" sz="24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5839839488778288E-2"/>
          <c:y val="0.10204301545640128"/>
          <c:w val="0.90541011718216347"/>
          <c:h val="0.64745348498104405"/>
        </c:manualLayout>
      </c:layout>
      <c:bar3DChart>
        <c:barDir val="col"/>
        <c:grouping val="clustered"/>
        <c:varyColors val="0"/>
        <c:ser>
          <c:idx val="0"/>
          <c:order val="0"/>
          <c:tx>
            <c:strRef>
              <c:f>Sheet1!$B$1</c:f>
              <c:strCache>
                <c:ptCount val="1"/>
                <c:pt idx="0">
                  <c:v>SVM</c:v>
                </c:pt>
              </c:strCache>
            </c:strRef>
          </c:tx>
          <c:spPr>
            <a:solidFill>
              <a:schemeClr val="accent1"/>
            </a:solidFill>
            <a:ln>
              <a:noFill/>
            </a:ln>
            <a:effectLst/>
            <a:sp3d/>
          </c:spPr>
          <c:invertIfNegative val="0"/>
          <c:cat>
            <c:strRef>
              <c:f>Sheet1!$A$2:$A$5</c:f>
              <c:strCache>
                <c:ptCount val="4"/>
                <c:pt idx="0">
                  <c:v>Water body</c:v>
                </c:pt>
                <c:pt idx="1">
                  <c:v>Road</c:v>
                </c:pt>
                <c:pt idx="2">
                  <c:v>Building</c:v>
                </c:pt>
                <c:pt idx="3">
                  <c:v>Vegetation</c:v>
                </c:pt>
              </c:strCache>
            </c:strRef>
          </c:cat>
          <c:val>
            <c:numRef>
              <c:f>Sheet1!$B$2:$B$5</c:f>
              <c:numCache>
                <c:formatCode>General</c:formatCode>
                <c:ptCount val="4"/>
                <c:pt idx="0">
                  <c:v>91.09</c:v>
                </c:pt>
                <c:pt idx="1">
                  <c:v>96.42</c:v>
                </c:pt>
                <c:pt idx="2">
                  <c:v>90.58</c:v>
                </c:pt>
                <c:pt idx="3">
                  <c:v>82.04</c:v>
                </c:pt>
              </c:numCache>
            </c:numRef>
          </c:val>
          <c:extLst>
            <c:ext xmlns:c16="http://schemas.microsoft.com/office/drawing/2014/chart" uri="{C3380CC4-5D6E-409C-BE32-E72D297353CC}">
              <c16:uniqueId val="{00000000-DD1D-40B0-83D9-36A0C7CF578D}"/>
            </c:ext>
          </c:extLst>
        </c:ser>
        <c:ser>
          <c:idx val="1"/>
          <c:order val="1"/>
          <c:tx>
            <c:strRef>
              <c:f>Sheet1!$C$1</c:f>
              <c:strCache>
                <c:ptCount val="1"/>
                <c:pt idx="0">
                  <c:v>RF</c:v>
                </c:pt>
              </c:strCache>
            </c:strRef>
          </c:tx>
          <c:spPr>
            <a:solidFill>
              <a:schemeClr val="accent2"/>
            </a:solidFill>
            <a:ln>
              <a:noFill/>
            </a:ln>
            <a:effectLst/>
            <a:sp3d/>
          </c:spPr>
          <c:invertIfNegative val="0"/>
          <c:cat>
            <c:strRef>
              <c:f>Sheet1!$A$2:$A$5</c:f>
              <c:strCache>
                <c:ptCount val="4"/>
                <c:pt idx="0">
                  <c:v>Water body</c:v>
                </c:pt>
                <c:pt idx="1">
                  <c:v>Road</c:v>
                </c:pt>
                <c:pt idx="2">
                  <c:v>Building</c:v>
                </c:pt>
                <c:pt idx="3">
                  <c:v>Vegetation</c:v>
                </c:pt>
              </c:strCache>
            </c:strRef>
          </c:cat>
          <c:val>
            <c:numRef>
              <c:f>Sheet1!$C$2:$C$5</c:f>
              <c:numCache>
                <c:formatCode>General</c:formatCode>
                <c:ptCount val="4"/>
                <c:pt idx="0">
                  <c:v>92.06</c:v>
                </c:pt>
                <c:pt idx="1">
                  <c:v>98.63</c:v>
                </c:pt>
                <c:pt idx="2">
                  <c:v>93.72</c:v>
                </c:pt>
                <c:pt idx="3">
                  <c:v>81.96</c:v>
                </c:pt>
              </c:numCache>
            </c:numRef>
          </c:val>
          <c:extLst>
            <c:ext xmlns:c16="http://schemas.microsoft.com/office/drawing/2014/chart" uri="{C3380CC4-5D6E-409C-BE32-E72D297353CC}">
              <c16:uniqueId val="{00000001-DD1D-40B0-83D9-36A0C7CF578D}"/>
            </c:ext>
          </c:extLst>
        </c:ser>
        <c:ser>
          <c:idx val="2"/>
          <c:order val="2"/>
          <c:tx>
            <c:strRef>
              <c:f>Sheet1!$D$1</c:f>
              <c:strCache>
                <c:ptCount val="1"/>
                <c:pt idx="0">
                  <c:v>DNN</c:v>
                </c:pt>
              </c:strCache>
            </c:strRef>
          </c:tx>
          <c:spPr>
            <a:solidFill>
              <a:schemeClr val="accent3"/>
            </a:solidFill>
            <a:ln>
              <a:noFill/>
            </a:ln>
            <a:effectLst/>
            <a:sp3d/>
          </c:spPr>
          <c:invertIfNegative val="0"/>
          <c:cat>
            <c:strRef>
              <c:f>Sheet1!$A$2:$A$5</c:f>
              <c:strCache>
                <c:ptCount val="4"/>
                <c:pt idx="0">
                  <c:v>Water body</c:v>
                </c:pt>
                <c:pt idx="1">
                  <c:v>Road</c:v>
                </c:pt>
                <c:pt idx="2">
                  <c:v>Building</c:v>
                </c:pt>
                <c:pt idx="3">
                  <c:v>Vegetation</c:v>
                </c:pt>
              </c:strCache>
            </c:strRef>
          </c:cat>
          <c:val>
            <c:numRef>
              <c:f>Sheet1!$D$2:$D$5</c:f>
              <c:numCache>
                <c:formatCode>General</c:formatCode>
                <c:ptCount val="4"/>
                <c:pt idx="0">
                  <c:v>91.15</c:v>
                </c:pt>
                <c:pt idx="1">
                  <c:v>98.8</c:v>
                </c:pt>
                <c:pt idx="2">
                  <c:v>93.11</c:v>
                </c:pt>
                <c:pt idx="3">
                  <c:v>81.78</c:v>
                </c:pt>
              </c:numCache>
            </c:numRef>
          </c:val>
          <c:extLst>
            <c:ext xmlns:c16="http://schemas.microsoft.com/office/drawing/2014/chart" uri="{C3380CC4-5D6E-409C-BE32-E72D297353CC}">
              <c16:uniqueId val="{00000002-DD1D-40B0-83D9-36A0C7CF578D}"/>
            </c:ext>
          </c:extLst>
        </c:ser>
        <c:dLbls>
          <c:showLegendKey val="0"/>
          <c:showVal val="0"/>
          <c:showCatName val="0"/>
          <c:showSerName val="0"/>
          <c:showPercent val="0"/>
          <c:showBubbleSize val="0"/>
        </c:dLbls>
        <c:gapWidth val="150"/>
        <c:shape val="box"/>
        <c:axId val="484778927"/>
        <c:axId val="484778447"/>
        <c:axId val="0"/>
      </c:bar3DChart>
      <c:catAx>
        <c:axId val="484778927"/>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4778447"/>
        <c:crosses val="autoZero"/>
        <c:auto val="1"/>
        <c:lblAlgn val="ctr"/>
        <c:lblOffset val="100"/>
        <c:noMultiLvlLbl val="0"/>
      </c:catAx>
      <c:valAx>
        <c:axId val="484778447"/>
        <c:scaling>
          <c:orientation val="minMax"/>
          <c:min val="7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sz="1800" dirty="0"/>
                  <a:t>Accuracy</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84778927"/>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ln>
                  <a:noFill/>
                </a:ln>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150531" name="Rectangle 3"/>
          <p:cNvSpPr>
            <a:spLocks noGrp="1" noChangeArrowheads="1"/>
          </p:cNvSpPr>
          <p:nvPr>
            <p:ph type="dt" idx="1"/>
          </p:nvPr>
        </p:nvSpPr>
        <p:spPr bwMode="auto">
          <a:xfrm>
            <a:off x="3815373" y="0"/>
            <a:ext cx="2918831" cy="49331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981200" y="739775"/>
            <a:ext cx="2773363" cy="3700463"/>
          </a:xfrm>
          <a:prstGeom prst="rect">
            <a:avLst/>
          </a:prstGeom>
          <a:noFill/>
          <a:ln w="9525">
            <a:solidFill>
              <a:srgbClr val="000000"/>
            </a:solidFill>
            <a:miter lim="800000"/>
            <a:headEnd/>
            <a:tailEnd/>
          </a:ln>
        </p:spPr>
      </p:sp>
      <p:sp>
        <p:nvSpPr>
          <p:cNvPr id="150533" name="Rectangle 5"/>
          <p:cNvSpPr>
            <a:spLocks noGrp="1" noChangeArrowheads="1"/>
          </p:cNvSpPr>
          <p:nvPr>
            <p:ph type="body" sz="quarter" idx="3"/>
          </p:nvPr>
        </p:nvSpPr>
        <p:spPr bwMode="auto">
          <a:xfrm>
            <a:off x="673577" y="4686499"/>
            <a:ext cx="5388610" cy="443984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15373" y="9371285"/>
            <a:ext cx="2918831" cy="49331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mn-cs"/>
              </a:defRPr>
            </a:lvl1pPr>
          </a:lstStyle>
          <a:p>
            <a:pPr>
              <a:defRPr/>
            </a:pPr>
            <a:fld id="{DC9C39B4-921F-48F7-B53A-009BBAD01A7A}" type="slidenum">
              <a:rPr lang="en-US"/>
              <a:pPr>
                <a:defRPr/>
              </a:pPr>
              <a:t>‹#›</a:t>
            </a:fld>
            <a:endParaRPr lang="en-US"/>
          </a:p>
        </p:txBody>
      </p:sp>
    </p:spTree>
    <p:extLst>
      <p:ext uri="{BB962C8B-B14F-4D97-AF65-F5344CB8AC3E}">
        <p14:creationId xmlns:p14="http://schemas.microsoft.com/office/powerpoint/2010/main" val="37732570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p:txBody>
          <a:bodyPr/>
          <a:lstStyle/>
          <a:p>
            <a:pPr>
              <a:defRPr/>
            </a:pPr>
            <a:fld id="{EB84890F-0F52-4FC2-964A-C15AB8FEF314}" type="slidenum">
              <a:rPr lang="en-US" smtClean="0"/>
              <a:pPr>
                <a:defRPr/>
              </a:pPr>
              <a:t>1</a:t>
            </a:fld>
            <a:endParaRPr 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128365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563" y="13635038"/>
            <a:ext cx="27981275" cy="9407525"/>
          </a:xfrm>
        </p:spPr>
        <p:txBody>
          <a:bodyPr/>
          <a:lstStyle/>
          <a:p>
            <a:r>
              <a:rPr lang="en-US"/>
              <a:t>Click to edit Master title style</a:t>
            </a:r>
            <a:endParaRPr lang="en-IN"/>
          </a:p>
        </p:txBody>
      </p:sp>
      <p:sp>
        <p:nvSpPr>
          <p:cNvPr id="3" name="Subtitle 2"/>
          <p:cNvSpPr>
            <a:spLocks noGrp="1"/>
          </p:cNvSpPr>
          <p:nvPr>
            <p:ph type="subTitle" idx="1"/>
          </p:nvPr>
        </p:nvSpPr>
        <p:spPr>
          <a:xfrm>
            <a:off x="4937125" y="24871363"/>
            <a:ext cx="23044150" cy="112172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1646238" y="10240963"/>
            <a:ext cx="29625925" cy="289671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3525"/>
            <a:ext cx="27981275" cy="8718550"/>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2600325" y="18602325"/>
            <a:ext cx="27981275" cy="96012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646238" y="10240963"/>
            <a:ext cx="14736762" cy="289671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16535400" y="10240963"/>
            <a:ext cx="14736763" cy="289671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57363"/>
            <a:ext cx="29625925" cy="73152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1646238" y="9825038"/>
            <a:ext cx="14544675" cy="40941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46238" y="13919200"/>
            <a:ext cx="14544675" cy="252888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6722725" y="9825038"/>
            <a:ext cx="14549438" cy="40941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6722725" y="13919200"/>
            <a:ext cx="14549438" cy="252888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47838"/>
            <a:ext cx="10829925" cy="7437437"/>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12869863" y="1747838"/>
            <a:ext cx="18402300" cy="374602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646238" y="9185275"/>
            <a:ext cx="10829925" cy="300228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600" y="30724475"/>
            <a:ext cx="19751675" cy="3625850"/>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6451600" y="3921125"/>
            <a:ext cx="19751675" cy="2633503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451600" y="34350325"/>
            <a:ext cx="19751675" cy="515143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1646238" y="10240963"/>
            <a:ext cx="29625925" cy="289671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304625" y="944563"/>
            <a:ext cx="7859713" cy="38263512"/>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22313" y="944563"/>
            <a:ext cx="23429912" cy="38263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563" y="13635038"/>
            <a:ext cx="27981275" cy="9407525"/>
          </a:xfrm>
        </p:spPr>
        <p:txBody>
          <a:bodyPr/>
          <a:lstStyle/>
          <a:p>
            <a:r>
              <a:rPr lang="en-US"/>
              <a:t>Click to edit Master title style</a:t>
            </a:r>
            <a:endParaRPr lang="en-IN"/>
          </a:p>
        </p:txBody>
      </p:sp>
      <p:sp>
        <p:nvSpPr>
          <p:cNvPr id="3" name="Subtitle 2"/>
          <p:cNvSpPr>
            <a:spLocks noGrp="1"/>
          </p:cNvSpPr>
          <p:nvPr>
            <p:ph type="subTitle" idx="1"/>
          </p:nvPr>
        </p:nvSpPr>
        <p:spPr>
          <a:xfrm>
            <a:off x="4937125" y="24871363"/>
            <a:ext cx="23044150" cy="112172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3525"/>
            <a:ext cx="27981275" cy="8718550"/>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2600325" y="18602325"/>
            <a:ext cx="27981275" cy="96012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22288" y="7519988"/>
            <a:ext cx="3662362" cy="3541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337050" y="7519988"/>
            <a:ext cx="3663950" cy="3541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57363"/>
            <a:ext cx="29625925" cy="73152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1646238" y="9825038"/>
            <a:ext cx="14544675" cy="40941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46238" y="13919200"/>
            <a:ext cx="14544675" cy="25288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6722725" y="9825038"/>
            <a:ext cx="14549438" cy="40941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6722725" y="13919200"/>
            <a:ext cx="14549438" cy="25288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47838"/>
            <a:ext cx="10829925" cy="7437437"/>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12869863" y="1747838"/>
            <a:ext cx="18402300" cy="374602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646238" y="9185275"/>
            <a:ext cx="10829925" cy="30022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600" y="30724475"/>
            <a:ext cx="19751675" cy="3625850"/>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6451600" y="3921125"/>
            <a:ext cx="19751675" cy="263350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451600" y="34350325"/>
            <a:ext cx="19751675" cy="5151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253825" y="1697038"/>
            <a:ext cx="7910513" cy="412400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22288" y="1697038"/>
            <a:ext cx="23579137" cy="4124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563" y="13635038"/>
            <a:ext cx="27981275" cy="9407525"/>
          </a:xfrm>
        </p:spPr>
        <p:txBody>
          <a:bodyPr/>
          <a:lstStyle/>
          <a:p>
            <a:r>
              <a:rPr lang="en-US"/>
              <a:t>Click to edit Master title style</a:t>
            </a:r>
            <a:endParaRPr lang="en-IN"/>
          </a:p>
        </p:txBody>
      </p:sp>
      <p:sp>
        <p:nvSpPr>
          <p:cNvPr id="3" name="Subtitle 2"/>
          <p:cNvSpPr>
            <a:spLocks noGrp="1"/>
          </p:cNvSpPr>
          <p:nvPr>
            <p:ph type="subTitle" idx="1"/>
          </p:nvPr>
        </p:nvSpPr>
        <p:spPr>
          <a:xfrm>
            <a:off x="4937125" y="24871363"/>
            <a:ext cx="23044150" cy="112172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8203525"/>
            <a:ext cx="27981275" cy="8718550"/>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2600325" y="18602325"/>
            <a:ext cx="27981275" cy="96012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22288" y="7519988"/>
            <a:ext cx="15744825" cy="3541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16419513" y="7519988"/>
            <a:ext cx="15744825" cy="3541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57363"/>
            <a:ext cx="29625925" cy="73152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1646238" y="9825038"/>
            <a:ext cx="14544675" cy="40941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46238" y="13919200"/>
            <a:ext cx="14544675" cy="25288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6722725" y="9825038"/>
            <a:ext cx="14549438" cy="40941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6722725" y="13919200"/>
            <a:ext cx="14549438" cy="25288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6238" y="1747838"/>
            <a:ext cx="10829925" cy="7437437"/>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12869863" y="1747838"/>
            <a:ext cx="18402300" cy="374602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646238" y="9185275"/>
            <a:ext cx="10829925" cy="300228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600" y="30724475"/>
            <a:ext cx="19751675" cy="3625850"/>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6451600" y="3921125"/>
            <a:ext cx="19751675" cy="263350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451600" y="34350325"/>
            <a:ext cx="19751675" cy="51514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253825" y="1697038"/>
            <a:ext cx="7910513" cy="412400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22288" y="1697038"/>
            <a:ext cx="23579137" cy="4124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51" name="Rectangle 35"/>
          <p:cNvSpPr>
            <a:spLocks noChangeArrowheads="1"/>
          </p:cNvSpPr>
          <p:nvPr userDrawn="1"/>
        </p:nvSpPr>
        <p:spPr bwMode="auto">
          <a:xfrm>
            <a:off x="16703675" y="5559425"/>
            <a:ext cx="15594013" cy="37377688"/>
          </a:xfrm>
          <a:prstGeom prst="rect">
            <a:avLst/>
          </a:prstGeom>
          <a:solidFill>
            <a:srgbClr val="FFFFFF"/>
          </a:solidFill>
          <a:ln w="9525">
            <a:solidFill>
              <a:schemeClr val="tx1"/>
            </a:solidFill>
            <a:miter lim="800000"/>
            <a:headEnd/>
            <a:tailEnd/>
          </a:ln>
          <a:effectLst/>
        </p:spPr>
        <p:txBody>
          <a:bodyPr wrap="none" anchor="ctr"/>
          <a:lstStyle/>
          <a:p>
            <a:pPr>
              <a:defRPr/>
            </a:pPr>
            <a:endParaRPr lang="en-IN">
              <a:cs typeface="+mn-cs"/>
            </a:endParaRPr>
          </a:p>
        </p:txBody>
      </p:sp>
      <p:sp>
        <p:nvSpPr>
          <p:cNvPr id="86052" name="Rectangle 36"/>
          <p:cNvSpPr>
            <a:spLocks noChangeArrowheads="1"/>
          </p:cNvSpPr>
          <p:nvPr userDrawn="1"/>
        </p:nvSpPr>
        <p:spPr bwMode="auto">
          <a:xfrm>
            <a:off x="0" y="0"/>
            <a:ext cx="32918400" cy="4632325"/>
          </a:xfrm>
          <a:prstGeom prst="rect">
            <a:avLst/>
          </a:prstGeom>
          <a:solidFill>
            <a:schemeClr val="accent2"/>
          </a:solidFill>
          <a:ln w="9525">
            <a:solidFill>
              <a:schemeClr val="tx1"/>
            </a:solidFill>
            <a:miter lim="800000"/>
            <a:headEnd/>
            <a:tailEnd/>
          </a:ln>
          <a:effectLst/>
        </p:spPr>
        <p:txBody>
          <a:bodyPr wrap="none" anchor="ctr"/>
          <a:lstStyle/>
          <a:p>
            <a:pPr>
              <a:defRPr/>
            </a:pPr>
            <a:endParaRPr lang="en-IN">
              <a:cs typeface="+mn-cs"/>
            </a:endParaRPr>
          </a:p>
        </p:txBody>
      </p:sp>
      <p:sp>
        <p:nvSpPr>
          <p:cNvPr id="86049" name="Rectangle 33"/>
          <p:cNvSpPr>
            <a:spLocks noChangeArrowheads="1"/>
          </p:cNvSpPr>
          <p:nvPr userDrawn="1"/>
        </p:nvSpPr>
        <p:spPr bwMode="auto">
          <a:xfrm>
            <a:off x="522288" y="5559425"/>
            <a:ext cx="15584487" cy="37377688"/>
          </a:xfrm>
          <a:prstGeom prst="rect">
            <a:avLst/>
          </a:prstGeom>
          <a:solidFill>
            <a:srgbClr val="FFFFFF"/>
          </a:solidFill>
          <a:ln w="9525">
            <a:solidFill>
              <a:schemeClr val="tx1"/>
            </a:solidFill>
            <a:miter lim="800000"/>
            <a:headEnd/>
            <a:tailEnd/>
          </a:ln>
          <a:effectLst/>
        </p:spPr>
        <p:txBody>
          <a:bodyPr wrap="none" anchor="ctr"/>
          <a:lstStyle/>
          <a:p>
            <a:pPr>
              <a:defRPr/>
            </a:pPr>
            <a:endParaRPr lang="en-IN">
              <a:cs typeface="+mn-cs"/>
            </a:endParaRPr>
          </a:p>
        </p:txBody>
      </p:sp>
      <p:sp>
        <p:nvSpPr>
          <p:cNvPr id="2054" name="Rectangle 15"/>
          <p:cNvSpPr>
            <a:spLocks noGrp="1" noChangeArrowheads="1"/>
          </p:cNvSpPr>
          <p:nvPr>
            <p:ph type="title"/>
          </p:nvPr>
        </p:nvSpPr>
        <p:spPr bwMode="auto">
          <a:xfrm>
            <a:off x="722313" y="944563"/>
            <a:ext cx="31442025" cy="2935287"/>
          </a:xfrm>
          <a:prstGeom prst="rect">
            <a:avLst/>
          </a:prstGeom>
          <a:noFill/>
          <a:ln w="9525">
            <a:noFill/>
            <a:miter lim="800000"/>
            <a:headEnd/>
            <a:tailEnd/>
          </a:ln>
        </p:spPr>
        <p:txBody>
          <a:bodyPr vert="horz" wrap="square" lIns="91254" tIns="45617" rIns="91254" bIns="45617" numCol="1" anchor="ctr" anchorCtr="0" compatLnSpc="1">
            <a:prstTxWarp prst="textNoShape">
              <a:avLst/>
            </a:prstTxWarp>
          </a:bodyPr>
          <a:lstStyle/>
          <a:p>
            <a:pPr lvl="0"/>
            <a:r>
              <a:rPr lang="en-US"/>
              <a:t>Click to edit Master title style</a:t>
            </a:r>
          </a:p>
        </p:txBody>
      </p:sp>
      <p:sp>
        <p:nvSpPr>
          <p:cNvPr id="86041" name="Rectangle 25"/>
          <p:cNvSpPr>
            <a:spLocks noChangeArrowheads="1"/>
          </p:cNvSpPr>
          <p:nvPr userDrawn="1"/>
        </p:nvSpPr>
        <p:spPr bwMode="auto">
          <a:xfrm>
            <a:off x="0" y="0"/>
            <a:ext cx="32918400" cy="43891200"/>
          </a:xfrm>
          <a:prstGeom prst="rect">
            <a:avLst/>
          </a:prstGeom>
          <a:noFill/>
          <a:ln w="3175">
            <a:solidFill>
              <a:schemeClr val="tx2"/>
            </a:solidFill>
            <a:miter lim="800000"/>
            <a:headEnd/>
            <a:tailEnd/>
          </a:ln>
          <a:effectLst/>
        </p:spPr>
        <p:txBody>
          <a:bodyPr wrap="none" anchor="ctr"/>
          <a:lstStyle/>
          <a:p>
            <a:pPr>
              <a:defRPr/>
            </a:pPr>
            <a:endParaRPr lang="en-IN">
              <a:cs typeface="+mn-cs"/>
            </a:endParaRPr>
          </a:p>
        </p:txBody>
      </p:sp>
      <p:sp>
        <p:nvSpPr>
          <p:cNvPr id="86054" name="Line 38"/>
          <p:cNvSpPr>
            <a:spLocks noChangeShapeType="1"/>
          </p:cNvSpPr>
          <p:nvPr userDrawn="1"/>
        </p:nvSpPr>
        <p:spPr bwMode="auto">
          <a:xfrm>
            <a:off x="0" y="4632325"/>
            <a:ext cx="32918400" cy="0"/>
          </a:xfrm>
          <a:prstGeom prst="line">
            <a:avLst/>
          </a:prstGeom>
          <a:noFill/>
          <a:ln w="152400">
            <a:solidFill>
              <a:srgbClr val="FF9900"/>
            </a:solidFill>
            <a:round/>
            <a:headEnd/>
            <a:tailEnd/>
          </a:ln>
          <a:effectLst/>
        </p:spPr>
        <p:txBody>
          <a:bodyPr/>
          <a:lstStyle/>
          <a:p>
            <a:pPr>
              <a:defRPr/>
            </a:pPr>
            <a:endParaRPr lang="en-IN">
              <a:cs typeface="+mn-cs"/>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912813" rtl="0" eaLnBrk="0" fontAlgn="base" hangingPunct="0">
        <a:spcBef>
          <a:spcPct val="0"/>
        </a:spcBef>
        <a:spcAft>
          <a:spcPct val="0"/>
        </a:spcAft>
        <a:defRPr sz="8700">
          <a:solidFill>
            <a:srgbClr val="FFFFFF"/>
          </a:solidFill>
          <a:latin typeface="+mj-lt"/>
          <a:ea typeface="+mj-ea"/>
          <a:cs typeface="+mj-cs"/>
        </a:defRPr>
      </a:lvl1pPr>
      <a:lvl2pPr algn="ctr" defTabSz="912813" rtl="0" eaLnBrk="0" fontAlgn="base" hangingPunct="0">
        <a:spcBef>
          <a:spcPct val="0"/>
        </a:spcBef>
        <a:spcAft>
          <a:spcPct val="0"/>
        </a:spcAft>
        <a:defRPr sz="8700">
          <a:solidFill>
            <a:srgbClr val="FFFFFF"/>
          </a:solidFill>
          <a:latin typeface="Arial Black" pitchFamily="34" charset="0"/>
        </a:defRPr>
      </a:lvl2pPr>
      <a:lvl3pPr algn="ctr" defTabSz="912813" rtl="0" eaLnBrk="0" fontAlgn="base" hangingPunct="0">
        <a:spcBef>
          <a:spcPct val="0"/>
        </a:spcBef>
        <a:spcAft>
          <a:spcPct val="0"/>
        </a:spcAft>
        <a:defRPr sz="8700">
          <a:solidFill>
            <a:srgbClr val="FFFFFF"/>
          </a:solidFill>
          <a:latin typeface="Arial Black" pitchFamily="34" charset="0"/>
        </a:defRPr>
      </a:lvl3pPr>
      <a:lvl4pPr algn="ctr" defTabSz="912813" rtl="0" eaLnBrk="0" fontAlgn="base" hangingPunct="0">
        <a:spcBef>
          <a:spcPct val="0"/>
        </a:spcBef>
        <a:spcAft>
          <a:spcPct val="0"/>
        </a:spcAft>
        <a:defRPr sz="8700">
          <a:solidFill>
            <a:srgbClr val="FFFFFF"/>
          </a:solidFill>
          <a:latin typeface="Arial Black" pitchFamily="34" charset="0"/>
        </a:defRPr>
      </a:lvl4pPr>
      <a:lvl5pPr algn="ctr" defTabSz="912813" rtl="0" eaLnBrk="0" fontAlgn="base" hangingPunct="0">
        <a:spcBef>
          <a:spcPct val="0"/>
        </a:spcBef>
        <a:spcAft>
          <a:spcPct val="0"/>
        </a:spcAft>
        <a:defRPr sz="8700">
          <a:solidFill>
            <a:srgbClr val="FFFFFF"/>
          </a:solidFill>
          <a:latin typeface="Arial Black" pitchFamily="34" charset="0"/>
        </a:defRPr>
      </a:lvl5pPr>
      <a:lvl6pPr marL="457200" algn="ctr" defTabSz="912813" rtl="0" fontAlgn="base">
        <a:spcBef>
          <a:spcPct val="0"/>
        </a:spcBef>
        <a:spcAft>
          <a:spcPct val="0"/>
        </a:spcAft>
        <a:defRPr sz="8700">
          <a:solidFill>
            <a:srgbClr val="FFFFFF"/>
          </a:solidFill>
          <a:latin typeface="Arial Black" pitchFamily="34" charset="0"/>
        </a:defRPr>
      </a:lvl6pPr>
      <a:lvl7pPr marL="914400" algn="ctr" defTabSz="912813" rtl="0" fontAlgn="base">
        <a:spcBef>
          <a:spcPct val="0"/>
        </a:spcBef>
        <a:spcAft>
          <a:spcPct val="0"/>
        </a:spcAft>
        <a:defRPr sz="8700">
          <a:solidFill>
            <a:srgbClr val="FFFFFF"/>
          </a:solidFill>
          <a:latin typeface="Arial Black" pitchFamily="34" charset="0"/>
        </a:defRPr>
      </a:lvl7pPr>
      <a:lvl8pPr marL="1371600" algn="ctr" defTabSz="912813" rtl="0" fontAlgn="base">
        <a:spcBef>
          <a:spcPct val="0"/>
        </a:spcBef>
        <a:spcAft>
          <a:spcPct val="0"/>
        </a:spcAft>
        <a:defRPr sz="8700">
          <a:solidFill>
            <a:srgbClr val="FFFFFF"/>
          </a:solidFill>
          <a:latin typeface="Arial Black" pitchFamily="34" charset="0"/>
        </a:defRPr>
      </a:lvl8pPr>
      <a:lvl9pPr marL="1828800" algn="ctr" defTabSz="912813" rtl="0" fontAlgn="base">
        <a:spcBef>
          <a:spcPct val="0"/>
        </a:spcBef>
        <a:spcAft>
          <a:spcPct val="0"/>
        </a:spcAft>
        <a:defRPr sz="8700">
          <a:solidFill>
            <a:srgbClr val="FFFFFF"/>
          </a:solidFill>
          <a:latin typeface="Arial Black" pitchFamily="34" charset="0"/>
        </a:defRPr>
      </a:lvl9pPr>
    </p:titleStyle>
    <p:bodyStyle>
      <a:lvl1pPr marL="341313" indent="-341313" algn="l" defTabSz="912813" rtl="0" eaLnBrk="0" fontAlgn="base" hangingPunct="0">
        <a:spcBef>
          <a:spcPct val="20000"/>
        </a:spcBef>
        <a:spcAft>
          <a:spcPct val="0"/>
        </a:spcAft>
        <a:buChar char="•"/>
        <a:defRPr sz="3000">
          <a:solidFill>
            <a:schemeClr val="tx1"/>
          </a:solidFill>
          <a:latin typeface="+mn-lt"/>
          <a:ea typeface="+mn-ea"/>
          <a:cs typeface="+mn-cs"/>
        </a:defRPr>
      </a:lvl1pPr>
      <a:lvl2pPr marL="739775" indent="-280988" algn="l" defTabSz="912813" rtl="0" eaLnBrk="0" fontAlgn="base" hangingPunct="0">
        <a:spcBef>
          <a:spcPct val="20000"/>
        </a:spcBef>
        <a:spcAft>
          <a:spcPct val="0"/>
        </a:spcAft>
        <a:buChar char="–"/>
        <a:defRPr sz="3000">
          <a:solidFill>
            <a:schemeClr val="tx1"/>
          </a:solidFill>
          <a:latin typeface="+mn-lt"/>
        </a:defRPr>
      </a:lvl2pPr>
      <a:lvl3pPr marL="1141413" indent="-228600" algn="l" defTabSz="912813" rtl="0" eaLnBrk="0" fontAlgn="base" hangingPunct="0">
        <a:spcBef>
          <a:spcPct val="20000"/>
        </a:spcBef>
        <a:spcAft>
          <a:spcPct val="0"/>
        </a:spcAft>
        <a:buChar char="•"/>
        <a:defRPr sz="2400">
          <a:solidFill>
            <a:schemeClr val="tx1"/>
          </a:solidFill>
          <a:latin typeface="+mn-lt"/>
        </a:defRPr>
      </a:lvl3pPr>
      <a:lvl4pPr marL="1600200" indent="-228600" algn="l" defTabSz="912813" rtl="0" eaLnBrk="0" fontAlgn="base" hangingPunct="0">
        <a:spcBef>
          <a:spcPct val="20000"/>
        </a:spcBef>
        <a:spcAft>
          <a:spcPct val="0"/>
        </a:spcAft>
        <a:buChar char="–"/>
        <a:defRPr sz="2000">
          <a:solidFill>
            <a:schemeClr val="tx1"/>
          </a:solidFill>
          <a:latin typeface="+mn-lt"/>
        </a:defRPr>
      </a:lvl4pPr>
      <a:lvl5pPr marL="2058988" indent="-230188" algn="l" defTabSz="912813" rtl="0" eaLnBrk="0" fontAlgn="base" hangingPunct="0">
        <a:spcBef>
          <a:spcPct val="20000"/>
        </a:spcBef>
        <a:spcAft>
          <a:spcPct val="0"/>
        </a:spcAft>
        <a:buChar char="»"/>
        <a:defRPr sz="2000">
          <a:solidFill>
            <a:schemeClr val="tx1"/>
          </a:solidFill>
          <a:latin typeface="+mn-lt"/>
        </a:defRPr>
      </a:lvl5pPr>
      <a:lvl6pPr marL="2516188" indent="-230188" algn="l" defTabSz="912813" rtl="0" fontAlgn="base">
        <a:spcBef>
          <a:spcPct val="20000"/>
        </a:spcBef>
        <a:spcAft>
          <a:spcPct val="0"/>
        </a:spcAft>
        <a:buChar char="»"/>
        <a:defRPr sz="2000">
          <a:solidFill>
            <a:schemeClr val="tx1"/>
          </a:solidFill>
          <a:latin typeface="+mn-lt"/>
        </a:defRPr>
      </a:lvl6pPr>
      <a:lvl7pPr marL="2973388" indent="-230188" algn="l" defTabSz="912813" rtl="0" fontAlgn="base">
        <a:spcBef>
          <a:spcPct val="20000"/>
        </a:spcBef>
        <a:spcAft>
          <a:spcPct val="0"/>
        </a:spcAft>
        <a:buChar char="»"/>
        <a:defRPr sz="2000">
          <a:solidFill>
            <a:schemeClr val="tx1"/>
          </a:solidFill>
          <a:latin typeface="+mn-lt"/>
        </a:defRPr>
      </a:lvl7pPr>
      <a:lvl8pPr marL="3430588" indent="-230188" algn="l" defTabSz="912813" rtl="0" fontAlgn="base">
        <a:spcBef>
          <a:spcPct val="20000"/>
        </a:spcBef>
        <a:spcAft>
          <a:spcPct val="0"/>
        </a:spcAft>
        <a:buChar char="»"/>
        <a:defRPr sz="2000">
          <a:solidFill>
            <a:schemeClr val="tx1"/>
          </a:solidFill>
          <a:latin typeface="+mn-lt"/>
        </a:defRPr>
      </a:lvl8pPr>
      <a:lvl9pPr marL="3887788" indent="-230188" algn="l" defTabSz="912813"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0226" name="Rectangle 2"/>
          <p:cNvSpPr>
            <a:spLocks noChangeArrowheads="1"/>
          </p:cNvSpPr>
          <p:nvPr userDrawn="1"/>
        </p:nvSpPr>
        <p:spPr bwMode="auto">
          <a:xfrm>
            <a:off x="0" y="0"/>
            <a:ext cx="32918400" cy="6400800"/>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
        <p:nvSpPr>
          <p:cNvPr id="180227" name="Rectangle 3"/>
          <p:cNvSpPr>
            <a:spLocks noChangeArrowheads="1"/>
          </p:cNvSpPr>
          <p:nvPr userDrawn="1"/>
        </p:nvSpPr>
        <p:spPr bwMode="auto">
          <a:xfrm>
            <a:off x="522288" y="7519988"/>
            <a:ext cx="7478712" cy="35417125"/>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
        <p:nvSpPr>
          <p:cNvPr id="180228" name="Rectangle 4"/>
          <p:cNvSpPr>
            <a:spLocks noChangeArrowheads="1"/>
          </p:cNvSpPr>
          <p:nvPr userDrawn="1"/>
        </p:nvSpPr>
        <p:spPr bwMode="auto">
          <a:xfrm>
            <a:off x="0" y="6400800"/>
            <a:ext cx="32918400" cy="173038"/>
          </a:xfrm>
          <a:prstGeom prst="rect">
            <a:avLst/>
          </a:prstGeom>
          <a:solidFill>
            <a:srgbClr val="660000"/>
          </a:solidFill>
          <a:ln w="9525">
            <a:noFill/>
            <a:miter lim="800000"/>
            <a:headEnd/>
            <a:tailEnd/>
          </a:ln>
          <a:effectLst/>
        </p:spPr>
        <p:txBody>
          <a:bodyPr wrap="none" anchor="ctr"/>
          <a:lstStyle/>
          <a:p>
            <a:pPr>
              <a:defRPr/>
            </a:pPr>
            <a:endParaRPr lang="en-IN">
              <a:cs typeface="+mn-cs"/>
            </a:endParaRPr>
          </a:p>
        </p:txBody>
      </p:sp>
      <p:sp>
        <p:nvSpPr>
          <p:cNvPr id="180229" name="Text Box 5"/>
          <p:cNvSpPr txBox="1">
            <a:spLocks noChangeArrowheads="1"/>
          </p:cNvSpPr>
          <p:nvPr userDrawn="1"/>
        </p:nvSpPr>
        <p:spPr bwMode="auto">
          <a:xfrm>
            <a:off x="457200" y="43260963"/>
            <a:ext cx="1887538" cy="411162"/>
          </a:xfrm>
          <a:prstGeom prst="rect">
            <a:avLst/>
          </a:prstGeom>
          <a:noFill/>
          <a:ln w="9525">
            <a:noFill/>
            <a:miter lim="800000"/>
            <a:headEnd/>
            <a:tailEnd/>
          </a:ln>
          <a:effectLst/>
        </p:spPr>
        <p:txBody>
          <a:bodyPr lIns="91254" tIns="45617" rIns="91254" bIns="45617">
            <a:spAutoFit/>
          </a:bodyPr>
          <a:lstStyle/>
          <a:p>
            <a:pPr defTabSz="912813" eaLnBrk="0" hangingPunct="0">
              <a:lnSpc>
                <a:spcPct val="65000"/>
              </a:lnSpc>
              <a:spcBef>
                <a:spcPct val="50000"/>
              </a:spcBef>
              <a:defRPr/>
            </a:pPr>
            <a:r>
              <a:rPr lang="en-US" sz="600" b="1">
                <a:solidFill>
                  <a:schemeClr val="bg2"/>
                </a:solidFill>
                <a:latin typeface="Arial" charset="0"/>
                <a:cs typeface="+mn-cs"/>
              </a:rPr>
              <a:t>POSTER TEMPLATE BY:</a:t>
            </a:r>
          </a:p>
          <a:p>
            <a:pPr defTabSz="912813" eaLnBrk="0" hangingPunct="0">
              <a:lnSpc>
                <a:spcPct val="65000"/>
              </a:lnSpc>
              <a:spcBef>
                <a:spcPct val="50000"/>
              </a:spcBef>
              <a:defRPr/>
            </a:pPr>
            <a:r>
              <a:rPr lang="en-US" sz="1000" b="1">
                <a:solidFill>
                  <a:schemeClr val="bg2"/>
                </a:solidFill>
                <a:latin typeface="Arial" charset="0"/>
                <a:cs typeface="+mn-cs"/>
              </a:rPr>
              <a:t>www.PosterPresentations.com</a:t>
            </a:r>
          </a:p>
        </p:txBody>
      </p:sp>
      <p:sp>
        <p:nvSpPr>
          <p:cNvPr id="3078" name="Rectangle 6"/>
          <p:cNvSpPr>
            <a:spLocks noGrp="1" noChangeArrowheads="1"/>
          </p:cNvSpPr>
          <p:nvPr>
            <p:ph type="title"/>
          </p:nvPr>
        </p:nvSpPr>
        <p:spPr bwMode="auto">
          <a:xfrm>
            <a:off x="722313" y="1697038"/>
            <a:ext cx="31442025" cy="2935287"/>
          </a:xfrm>
          <a:prstGeom prst="rect">
            <a:avLst/>
          </a:prstGeom>
          <a:noFill/>
          <a:ln w="9525">
            <a:noFill/>
            <a:miter lim="800000"/>
            <a:headEnd/>
            <a:tailEnd/>
          </a:ln>
        </p:spPr>
        <p:txBody>
          <a:bodyPr vert="horz" wrap="square" lIns="91254" tIns="45617" rIns="91254" bIns="45617" numCol="1" anchor="ctr"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body" idx="1"/>
          </p:nvPr>
        </p:nvSpPr>
        <p:spPr bwMode="auto">
          <a:xfrm>
            <a:off x="522288" y="7519988"/>
            <a:ext cx="7478712" cy="35417125"/>
          </a:xfrm>
          <a:prstGeom prst="rect">
            <a:avLst/>
          </a:prstGeom>
          <a:noFill/>
          <a:ln w="9525">
            <a:noFill/>
            <a:miter lim="800000"/>
            <a:headEnd/>
            <a:tailEnd/>
          </a:ln>
        </p:spPr>
        <p:txBody>
          <a:bodyPr vert="horz" wrap="square" lIns="456345" tIns="456345" rIns="456345" bIns="456345" numCol="1" anchor="t" anchorCtr="0" compatLnSpc="1">
            <a:prstTxWarp prst="textNoShape">
              <a:avLst/>
            </a:prstTxWarp>
          </a:bodyPr>
          <a:lstStyle/>
          <a:p>
            <a:pPr lvl="0"/>
            <a:r>
              <a:rPr lang="en-US"/>
              <a:t>Click to edit Master text styles</a:t>
            </a:r>
          </a:p>
          <a:p>
            <a:pPr lvl="1"/>
            <a:r>
              <a:rPr lang="en-US"/>
              <a:t>Second level</a:t>
            </a:r>
          </a:p>
        </p:txBody>
      </p:sp>
      <p:sp>
        <p:nvSpPr>
          <p:cNvPr id="180232" name="Rectangle 8"/>
          <p:cNvSpPr>
            <a:spLocks noChangeArrowheads="1"/>
          </p:cNvSpPr>
          <p:nvPr userDrawn="1"/>
        </p:nvSpPr>
        <p:spPr bwMode="auto">
          <a:xfrm>
            <a:off x="0" y="0"/>
            <a:ext cx="32918400" cy="43891200"/>
          </a:xfrm>
          <a:prstGeom prst="rect">
            <a:avLst/>
          </a:prstGeom>
          <a:noFill/>
          <a:ln w="3175">
            <a:solidFill>
              <a:schemeClr val="tx2"/>
            </a:solidFill>
            <a:miter lim="800000"/>
            <a:headEnd/>
            <a:tailEnd/>
          </a:ln>
          <a:effectLst/>
        </p:spPr>
        <p:txBody>
          <a:bodyPr wrap="none" anchor="ctr"/>
          <a:lstStyle/>
          <a:p>
            <a:pPr>
              <a:defRPr/>
            </a:pPr>
            <a:endParaRPr lang="en-IN">
              <a:cs typeface="+mn-cs"/>
            </a:endParaRPr>
          </a:p>
        </p:txBody>
      </p:sp>
      <p:sp>
        <p:nvSpPr>
          <p:cNvPr id="180233" name="Rectangle 9"/>
          <p:cNvSpPr>
            <a:spLocks noChangeArrowheads="1"/>
          </p:cNvSpPr>
          <p:nvPr userDrawn="1"/>
        </p:nvSpPr>
        <p:spPr bwMode="auto">
          <a:xfrm>
            <a:off x="8618538" y="7519988"/>
            <a:ext cx="15570200" cy="35417125"/>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
        <p:nvSpPr>
          <p:cNvPr id="180235" name="Rectangle 11"/>
          <p:cNvSpPr>
            <a:spLocks noChangeArrowheads="1"/>
          </p:cNvSpPr>
          <p:nvPr userDrawn="1"/>
        </p:nvSpPr>
        <p:spPr bwMode="auto">
          <a:xfrm>
            <a:off x="24809450" y="7519988"/>
            <a:ext cx="7488238" cy="35417125"/>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2813" rtl="0" eaLnBrk="0" fontAlgn="base" hangingPunct="0">
        <a:spcBef>
          <a:spcPct val="0"/>
        </a:spcBef>
        <a:spcAft>
          <a:spcPct val="0"/>
        </a:spcAft>
        <a:defRPr sz="8700">
          <a:solidFill>
            <a:schemeClr val="tx2"/>
          </a:solidFill>
          <a:latin typeface="+mj-lt"/>
          <a:ea typeface="+mj-ea"/>
          <a:cs typeface="+mj-cs"/>
        </a:defRPr>
      </a:lvl1pPr>
      <a:lvl2pPr algn="ctr" defTabSz="912813" rtl="0" eaLnBrk="0" fontAlgn="base" hangingPunct="0">
        <a:spcBef>
          <a:spcPct val="0"/>
        </a:spcBef>
        <a:spcAft>
          <a:spcPct val="0"/>
        </a:spcAft>
        <a:defRPr sz="8700">
          <a:solidFill>
            <a:schemeClr val="tx2"/>
          </a:solidFill>
          <a:latin typeface="Arial Black" pitchFamily="34" charset="0"/>
        </a:defRPr>
      </a:lvl2pPr>
      <a:lvl3pPr algn="ctr" defTabSz="912813" rtl="0" eaLnBrk="0" fontAlgn="base" hangingPunct="0">
        <a:spcBef>
          <a:spcPct val="0"/>
        </a:spcBef>
        <a:spcAft>
          <a:spcPct val="0"/>
        </a:spcAft>
        <a:defRPr sz="8700">
          <a:solidFill>
            <a:schemeClr val="tx2"/>
          </a:solidFill>
          <a:latin typeface="Arial Black" pitchFamily="34" charset="0"/>
        </a:defRPr>
      </a:lvl3pPr>
      <a:lvl4pPr algn="ctr" defTabSz="912813" rtl="0" eaLnBrk="0" fontAlgn="base" hangingPunct="0">
        <a:spcBef>
          <a:spcPct val="0"/>
        </a:spcBef>
        <a:spcAft>
          <a:spcPct val="0"/>
        </a:spcAft>
        <a:defRPr sz="8700">
          <a:solidFill>
            <a:schemeClr val="tx2"/>
          </a:solidFill>
          <a:latin typeface="Arial Black" pitchFamily="34" charset="0"/>
        </a:defRPr>
      </a:lvl4pPr>
      <a:lvl5pPr algn="ctr" defTabSz="912813" rtl="0" eaLnBrk="0" fontAlgn="base" hangingPunct="0">
        <a:spcBef>
          <a:spcPct val="0"/>
        </a:spcBef>
        <a:spcAft>
          <a:spcPct val="0"/>
        </a:spcAft>
        <a:defRPr sz="8700">
          <a:solidFill>
            <a:schemeClr val="tx2"/>
          </a:solidFill>
          <a:latin typeface="Arial Black" pitchFamily="34" charset="0"/>
        </a:defRPr>
      </a:lvl5pPr>
      <a:lvl6pPr marL="457200" algn="ctr" defTabSz="912813" rtl="0" fontAlgn="base">
        <a:spcBef>
          <a:spcPct val="0"/>
        </a:spcBef>
        <a:spcAft>
          <a:spcPct val="0"/>
        </a:spcAft>
        <a:defRPr sz="8700">
          <a:solidFill>
            <a:schemeClr val="tx2"/>
          </a:solidFill>
          <a:latin typeface="Arial Black" pitchFamily="34" charset="0"/>
        </a:defRPr>
      </a:lvl6pPr>
      <a:lvl7pPr marL="914400" algn="ctr" defTabSz="912813" rtl="0" fontAlgn="base">
        <a:spcBef>
          <a:spcPct val="0"/>
        </a:spcBef>
        <a:spcAft>
          <a:spcPct val="0"/>
        </a:spcAft>
        <a:defRPr sz="8700">
          <a:solidFill>
            <a:schemeClr val="tx2"/>
          </a:solidFill>
          <a:latin typeface="Arial Black" pitchFamily="34" charset="0"/>
        </a:defRPr>
      </a:lvl7pPr>
      <a:lvl8pPr marL="1371600" algn="ctr" defTabSz="912813" rtl="0" fontAlgn="base">
        <a:spcBef>
          <a:spcPct val="0"/>
        </a:spcBef>
        <a:spcAft>
          <a:spcPct val="0"/>
        </a:spcAft>
        <a:defRPr sz="8700">
          <a:solidFill>
            <a:schemeClr val="tx2"/>
          </a:solidFill>
          <a:latin typeface="Arial Black" pitchFamily="34" charset="0"/>
        </a:defRPr>
      </a:lvl8pPr>
      <a:lvl9pPr marL="1828800" algn="ctr" defTabSz="912813" rtl="0" fontAlgn="base">
        <a:spcBef>
          <a:spcPct val="0"/>
        </a:spcBef>
        <a:spcAft>
          <a:spcPct val="0"/>
        </a:spcAft>
        <a:defRPr sz="8700">
          <a:solidFill>
            <a:schemeClr val="tx2"/>
          </a:solidFill>
          <a:latin typeface="Arial Black" pitchFamily="34" charset="0"/>
        </a:defRPr>
      </a:lvl9pPr>
    </p:titleStyle>
    <p:bodyStyle>
      <a:lvl1pPr marL="341313" indent="-341313" algn="l" defTabSz="912813" rtl="0" eaLnBrk="0" fontAlgn="base" hangingPunct="0">
        <a:spcBef>
          <a:spcPct val="20000"/>
        </a:spcBef>
        <a:spcAft>
          <a:spcPct val="0"/>
        </a:spcAft>
        <a:buChar char="•"/>
        <a:defRPr sz="3000">
          <a:solidFill>
            <a:schemeClr val="tx1"/>
          </a:solidFill>
          <a:latin typeface="+mn-lt"/>
          <a:ea typeface="+mn-ea"/>
          <a:cs typeface="+mn-cs"/>
        </a:defRPr>
      </a:lvl1pPr>
      <a:lvl2pPr marL="739775" indent="-280988" algn="l" defTabSz="912813" rtl="0" eaLnBrk="0" fontAlgn="base" hangingPunct="0">
        <a:spcBef>
          <a:spcPct val="20000"/>
        </a:spcBef>
        <a:spcAft>
          <a:spcPct val="0"/>
        </a:spcAft>
        <a:buChar char="–"/>
        <a:defRPr sz="3000">
          <a:solidFill>
            <a:schemeClr val="tx1"/>
          </a:solidFill>
          <a:latin typeface="+mn-lt"/>
        </a:defRPr>
      </a:lvl2pPr>
      <a:lvl3pPr marL="1141413" indent="-228600" algn="l" defTabSz="912813" rtl="0" eaLnBrk="0" fontAlgn="base" hangingPunct="0">
        <a:spcBef>
          <a:spcPct val="20000"/>
        </a:spcBef>
        <a:spcAft>
          <a:spcPct val="0"/>
        </a:spcAft>
        <a:buChar char="•"/>
        <a:defRPr sz="2400">
          <a:solidFill>
            <a:schemeClr val="tx1"/>
          </a:solidFill>
          <a:latin typeface="+mn-lt"/>
        </a:defRPr>
      </a:lvl3pPr>
      <a:lvl4pPr marL="1600200" indent="-228600" algn="l" defTabSz="912813" rtl="0" eaLnBrk="0" fontAlgn="base" hangingPunct="0">
        <a:spcBef>
          <a:spcPct val="20000"/>
        </a:spcBef>
        <a:spcAft>
          <a:spcPct val="0"/>
        </a:spcAft>
        <a:buChar char="–"/>
        <a:defRPr sz="2000">
          <a:solidFill>
            <a:schemeClr val="tx1"/>
          </a:solidFill>
          <a:latin typeface="+mn-lt"/>
        </a:defRPr>
      </a:lvl4pPr>
      <a:lvl5pPr marL="2058988" indent="-230188" algn="l" defTabSz="912813" rtl="0" eaLnBrk="0" fontAlgn="base" hangingPunct="0">
        <a:spcBef>
          <a:spcPct val="20000"/>
        </a:spcBef>
        <a:spcAft>
          <a:spcPct val="0"/>
        </a:spcAft>
        <a:buChar char="»"/>
        <a:defRPr sz="2000">
          <a:solidFill>
            <a:schemeClr val="tx1"/>
          </a:solidFill>
          <a:latin typeface="+mn-lt"/>
        </a:defRPr>
      </a:lvl5pPr>
      <a:lvl6pPr marL="2516188" indent="-230188" algn="l" defTabSz="912813" rtl="0" fontAlgn="base">
        <a:spcBef>
          <a:spcPct val="20000"/>
        </a:spcBef>
        <a:spcAft>
          <a:spcPct val="0"/>
        </a:spcAft>
        <a:buChar char="»"/>
        <a:defRPr sz="2000">
          <a:solidFill>
            <a:schemeClr val="tx1"/>
          </a:solidFill>
          <a:latin typeface="+mn-lt"/>
        </a:defRPr>
      </a:lvl6pPr>
      <a:lvl7pPr marL="2973388" indent="-230188" algn="l" defTabSz="912813" rtl="0" fontAlgn="base">
        <a:spcBef>
          <a:spcPct val="20000"/>
        </a:spcBef>
        <a:spcAft>
          <a:spcPct val="0"/>
        </a:spcAft>
        <a:buChar char="»"/>
        <a:defRPr sz="2000">
          <a:solidFill>
            <a:schemeClr val="tx1"/>
          </a:solidFill>
          <a:latin typeface="+mn-lt"/>
        </a:defRPr>
      </a:lvl7pPr>
      <a:lvl8pPr marL="3430588" indent="-230188" algn="l" defTabSz="912813" rtl="0" fontAlgn="base">
        <a:spcBef>
          <a:spcPct val="20000"/>
        </a:spcBef>
        <a:spcAft>
          <a:spcPct val="0"/>
        </a:spcAft>
        <a:buChar char="»"/>
        <a:defRPr sz="2000">
          <a:solidFill>
            <a:schemeClr val="tx1"/>
          </a:solidFill>
          <a:latin typeface="+mn-lt"/>
        </a:defRPr>
      </a:lvl8pPr>
      <a:lvl9pPr marL="3887788" indent="-230188" algn="l" defTabSz="912813"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ChangeArrowheads="1"/>
          </p:cNvSpPr>
          <p:nvPr userDrawn="1"/>
        </p:nvSpPr>
        <p:spPr bwMode="auto">
          <a:xfrm>
            <a:off x="0" y="0"/>
            <a:ext cx="32918400" cy="6400800"/>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
        <p:nvSpPr>
          <p:cNvPr id="181251" name="Rectangle 3"/>
          <p:cNvSpPr>
            <a:spLocks noChangeArrowheads="1"/>
          </p:cNvSpPr>
          <p:nvPr userDrawn="1"/>
        </p:nvSpPr>
        <p:spPr bwMode="auto">
          <a:xfrm>
            <a:off x="522288" y="7519988"/>
            <a:ext cx="31775400" cy="35417125"/>
          </a:xfrm>
          <a:prstGeom prst="rect">
            <a:avLst/>
          </a:prstGeom>
          <a:solidFill>
            <a:schemeClr val="accent1"/>
          </a:solidFill>
          <a:ln w="9525">
            <a:solidFill>
              <a:schemeClr val="tx1"/>
            </a:solidFill>
            <a:miter lim="800000"/>
            <a:headEnd/>
            <a:tailEnd/>
          </a:ln>
          <a:effectLst/>
        </p:spPr>
        <p:txBody>
          <a:bodyPr wrap="none" anchor="ctr"/>
          <a:lstStyle/>
          <a:p>
            <a:pPr>
              <a:defRPr/>
            </a:pPr>
            <a:endParaRPr lang="en-IN">
              <a:cs typeface="+mn-cs"/>
            </a:endParaRPr>
          </a:p>
        </p:txBody>
      </p:sp>
      <p:sp>
        <p:nvSpPr>
          <p:cNvPr id="181252" name="Rectangle 4"/>
          <p:cNvSpPr>
            <a:spLocks noChangeArrowheads="1"/>
          </p:cNvSpPr>
          <p:nvPr userDrawn="1"/>
        </p:nvSpPr>
        <p:spPr bwMode="auto">
          <a:xfrm>
            <a:off x="0" y="6400800"/>
            <a:ext cx="32918400" cy="173038"/>
          </a:xfrm>
          <a:prstGeom prst="rect">
            <a:avLst/>
          </a:prstGeom>
          <a:solidFill>
            <a:srgbClr val="660000"/>
          </a:solidFill>
          <a:ln w="9525">
            <a:noFill/>
            <a:miter lim="800000"/>
            <a:headEnd/>
            <a:tailEnd/>
          </a:ln>
          <a:effectLst/>
        </p:spPr>
        <p:txBody>
          <a:bodyPr wrap="none" anchor="ctr"/>
          <a:lstStyle/>
          <a:p>
            <a:pPr>
              <a:defRPr/>
            </a:pPr>
            <a:endParaRPr lang="en-IN">
              <a:cs typeface="+mn-cs"/>
            </a:endParaRPr>
          </a:p>
        </p:txBody>
      </p:sp>
      <p:sp>
        <p:nvSpPr>
          <p:cNvPr id="181253" name="Text Box 5"/>
          <p:cNvSpPr txBox="1">
            <a:spLocks noChangeArrowheads="1"/>
          </p:cNvSpPr>
          <p:nvPr userDrawn="1"/>
        </p:nvSpPr>
        <p:spPr bwMode="auto">
          <a:xfrm>
            <a:off x="457200" y="43260963"/>
            <a:ext cx="1887538" cy="411162"/>
          </a:xfrm>
          <a:prstGeom prst="rect">
            <a:avLst/>
          </a:prstGeom>
          <a:noFill/>
          <a:ln w="9525">
            <a:noFill/>
            <a:miter lim="800000"/>
            <a:headEnd/>
            <a:tailEnd/>
          </a:ln>
          <a:effectLst/>
        </p:spPr>
        <p:txBody>
          <a:bodyPr lIns="91254" tIns="45617" rIns="91254" bIns="45617">
            <a:spAutoFit/>
          </a:bodyPr>
          <a:lstStyle/>
          <a:p>
            <a:pPr defTabSz="912813" eaLnBrk="0" hangingPunct="0">
              <a:lnSpc>
                <a:spcPct val="65000"/>
              </a:lnSpc>
              <a:spcBef>
                <a:spcPct val="50000"/>
              </a:spcBef>
              <a:defRPr/>
            </a:pPr>
            <a:r>
              <a:rPr lang="en-US" sz="600" b="1">
                <a:solidFill>
                  <a:schemeClr val="bg2"/>
                </a:solidFill>
                <a:latin typeface="Arial" charset="0"/>
                <a:cs typeface="+mn-cs"/>
              </a:rPr>
              <a:t>POSTER TEMPLATE BY:</a:t>
            </a:r>
          </a:p>
          <a:p>
            <a:pPr defTabSz="912813" eaLnBrk="0" hangingPunct="0">
              <a:lnSpc>
                <a:spcPct val="65000"/>
              </a:lnSpc>
              <a:spcBef>
                <a:spcPct val="50000"/>
              </a:spcBef>
              <a:defRPr/>
            </a:pPr>
            <a:r>
              <a:rPr lang="en-US" sz="1000" b="1">
                <a:solidFill>
                  <a:schemeClr val="bg2"/>
                </a:solidFill>
                <a:latin typeface="Arial" charset="0"/>
                <a:cs typeface="+mn-cs"/>
              </a:rPr>
              <a:t>www.PosterPresentations.com</a:t>
            </a:r>
          </a:p>
        </p:txBody>
      </p:sp>
      <p:sp>
        <p:nvSpPr>
          <p:cNvPr id="4102" name="Rectangle 6"/>
          <p:cNvSpPr>
            <a:spLocks noGrp="1" noChangeArrowheads="1"/>
          </p:cNvSpPr>
          <p:nvPr>
            <p:ph type="title"/>
          </p:nvPr>
        </p:nvSpPr>
        <p:spPr bwMode="auto">
          <a:xfrm>
            <a:off x="722313" y="1697038"/>
            <a:ext cx="31442025" cy="2935287"/>
          </a:xfrm>
          <a:prstGeom prst="rect">
            <a:avLst/>
          </a:prstGeom>
          <a:noFill/>
          <a:ln w="9525">
            <a:noFill/>
            <a:miter lim="800000"/>
            <a:headEnd/>
            <a:tailEnd/>
          </a:ln>
        </p:spPr>
        <p:txBody>
          <a:bodyPr vert="horz" wrap="square" lIns="91254" tIns="45617" rIns="91254" bIns="45617" numCol="1" anchor="ctr" anchorCtr="0" compatLnSpc="1">
            <a:prstTxWarp prst="textNoShape">
              <a:avLst/>
            </a:prstTxWarp>
          </a:bodyPr>
          <a:lstStyle/>
          <a:p>
            <a:pPr lvl="0"/>
            <a:r>
              <a:rPr lang="en-US"/>
              <a:t>Click to edit Master title style</a:t>
            </a:r>
          </a:p>
        </p:txBody>
      </p:sp>
      <p:sp>
        <p:nvSpPr>
          <p:cNvPr id="4103" name="Rectangle 7"/>
          <p:cNvSpPr>
            <a:spLocks noGrp="1" noChangeArrowheads="1"/>
          </p:cNvSpPr>
          <p:nvPr>
            <p:ph type="body" idx="1"/>
          </p:nvPr>
        </p:nvSpPr>
        <p:spPr bwMode="auto">
          <a:xfrm>
            <a:off x="522288" y="7519988"/>
            <a:ext cx="31642050" cy="35417125"/>
          </a:xfrm>
          <a:prstGeom prst="rect">
            <a:avLst/>
          </a:prstGeom>
          <a:noFill/>
          <a:ln w="9525">
            <a:noFill/>
            <a:miter lim="800000"/>
            <a:headEnd/>
            <a:tailEnd/>
          </a:ln>
        </p:spPr>
        <p:txBody>
          <a:bodyPr vert="horz" wrap="square" lIns="456345" tIns="456345" rIns="456345" bIns="456345" numCol="1" anchor="t" anchorCtr="0" compatLnSpc="1">
            <a:prstTxWarp prst="textNoShape">
              <a:avLst/>
            </a:prstTxWarp>
          </a:bodyPr>
          <a:lstStyle/>
          <a:p>
            <a:pPr lvl="0"/>
            <a:r>
              <a:rPr lang="en-US"/>
              <a:t>Click to edit Master text styles</a:t>
            </a:r>
          </a:p>
          <a:p>
            <a:pPr lvl="1"/>
            <a:r>
              <a:rPr lang="en-US"/>
              <a:t>Second level</a:t>
            </a:r>
          </a:p>
        </p:txBody>
      </p:sp>
      <p:sp>
        <p:nvSpPr>
          <p:cNvPr id="181256" name="Rectangle 8"/>
          <p:cNvSpPr>
            <a:spLocks noChangeArrowheads="1"/>
          </p:cNvSpPr>
          <p:nvPr userDrawn="1"/>
        </p:nvSpPr>
        <p:spPr bwMode="auto">
          <a:xfrm>
            <a:off x="0" y="0"/>
            <a:ext cx="32918400" cy="43891200"/>
          </a:xfrm>
          <a:prstGeom prst="rect">
            <a:avLst/>
          </a:prstGeom>
          <a:noFill/>
          <a:ln w="3175">
            <a:solidFill>
              <a:schemeClr val="tx2"/>
            </a:solidFill>
            <a:miter lim="800000"/>
            <a:headEnd/>
            <a:tailEnd/>
          </a:ln>
          <a:effectLst/>
        </p:spPr>
        <p:txBody>
          <a:bodyPr wrap="none" anchor="ctr"/>
          <a:lstStyle/>
          <a:p>
            <a:pPr>
              <a:defRPr/>
            </a:pPr>
            <a:endParaRPr lang="en-IN">
              <a:cs typeface="+mn-cs"/>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2813" rtl="0" eaLnBrk="0" fontAlgn="base" hangingPunct="0">
        <a:spcBef>
          <a:spcPct val="0"/>
        </a:spcBef>
        <a:spcAft>
          <a:spcPct val="0"/>
        </a:spcAft>
        <a:defRPr sz="8700">
          <a:solidFill>
            <a:schemeClr val="tx2"/>
          </a:solidFill>
          <a:latin typeface="+mj-lt"/>
          <a:ea typeface="+mj-ea"/>
          <a:cs typeface="+mj-cs"/>
        </a:defRPr>
      </a:lvl1pPr>
      <a:lvl2pPr algn="ctr" defTabSz="912813" rtl="0" eaLnBrk="0" fontAlgn="base" hangingPunct="0">
        <a:spcBef>
          <a:spcPct val="0"/>
        </a:spcBef>
        <a:spcAft>
          <a:spcPct val="0"/>
        </a:spcAft>
        <a:defRPr sz="8700">
          <a:solidFill>
            <a:schemeClr val="tx2"/>
          </a:solidFill>
          <a:latin typeface="Arial Black" pitchFamily="34" charset="0"/>
        </a:defRPr>
      </a:lvl2pPr>
      <a:lvl3pPr algn="ctr" defTabSz="912813" rtl="0" eaLnBrk="0" fontAlgn="base" hangingPunct="0">
        <a:spcBef>
          <a:spcPct val="0"/>
        </a:spcBef>
        <a:spcAft>
          <a:spcPct val="0"/>
        </a:spcAft>
        <a:defRPr sz="8700">
          <a:solidFill>
            <a:schemeClr val="tx2"/>
          </a:solidFill>
          <a:latin typeface="Arial Black" pitchFamily="34" charset="0"/>
        </a:defRPr>
      </a:lvl3pPr>
      <a:lvl4pPr algn="ctr" defTabSz="912813" rtl="0" eaLnBrk="0" fontAlgn="base" hangingPunct="0">
        <a:spcBef>
          <a:spcPct val="0"/>
        </a:spcBef>
        <a:spcAft>
          <a:spcPct val="0"/>
        </a:spcAft>
        <a:defRPr sz="8700">
          <a:solidFill>
            <a:schemeClr val="tx2"/>
          </a:solidFill>
          <a:latin typeface="Arial Black" pitchFamily="34" charset="0"/>
        </a:defRPr>
      </a:lvl4pPr>
      <a:lvl5pPr algn="ctr" defTabSz="912813" rtl="0" eaLnBrk="0" fontAlgn="base" hangingPunct="0">
        <a:spcBef>
          <a:spcPct val="0"/>
        </a:spcBef>
        <a:spcAft>
          <a:spcPct val="0"/>
        </a:spcAft>
        <a:defRPr sz="8700">
          <a:solidFill>
            <a:schemeClr val="tx2"/>
          </a:solidFill>
          <a:latin typeface="Arial Black" pitchFamily="34" charset="0"/>
        </a:defRPr>
      </a:lvl5pPr>
      <a:lvl6pPr marL="457200" algn="ctr" defTabSz="912813" rtl="0" fontAlgn="base">
        <a:spcBef>
          <a:spcPct val="0"/>
        </a:spcBef>
        <a:spcAft>
          <a:spcPct val="0"/>
        </a:spcAft>
        <a:defRPr sz="8700">
          <a:solidFill>
            <a:schemeClr val="tx2"/>
          </a:solidFill>
          <a:latin typeface="Arial Black" pitchFamily="34" charset="0"/>
        </a:defRPr>
      </a:lvl6pPr>
      <a:lvl7pPr marL="914400" algn="ctr" defTabSz="912813" rtl="0" fontAlgn="base">
        <a:spcBef>
          <a:spcPct val="0"/>
        </a:spcBef>
        <a:spcAft>
          <a:spcPct val="0"/>
        </a:spcAft>
        <a:defRPr sz="8700">
          <a:solidFill>
            <a:schemeClr val="tx2"/>
          </a:solidFill>
          <a:latin typeface="Arial Black" pitchFamily="34" charset="0"/>
        </a:defRPr>
      </a:lvl7pPr>
      <a:lvl8pPr marL="1371600" algn="ctr" defTabSz="912813" rtl="0" fontAlgn="base">
        <a:spcBef>
          <a:spcPct val="0"/>
        </a:spcBef>
        <a:spcAft>
          <a:spcPct val="0"/>
        </a:spcAft>
        <a:defRPr sz="8700">
          <a:solidFill>
            <a:schemeClr val="tx2"/>
          </a:solidFill>
          <a:latin typeface="Arial Black" pitchFamily="34" charset="0"/>
        </a:defRPr>
      </a:lvl8pPr>
      <a:lvl9pPr marL="1828800" algn="ctr" defTabSz="912813" rtl="0" fontAlgn="base">
        <a:spcBef>
          <a:spcPct val="0"/>
        </a:spcBef>
        <a:spcAft>
          <a:spcPct val="0"/>
        </a:spcAft>
        <a:defRPr sz="8700">
          <a:solidFill>
            <a:schemeClr val="tx2"/>
          </a:solidFill>
          <a:latin typeface="Arial Black" pitchFamily="34" charset="0"/>
        </a:defRPr>
      </a:lvl9pPr>
    </p:titleStyle>
    <p:bodyStyle>
      <a:lvl1pPr marL="341313" indent="-341313" algn="l" defTabSz="912813" rtl="0" eaLnBrk="0" fontAlgn="base" hangingPunct="0">
        <a:spcBef>
          <a:spcPct val="20000"/>
        </a:spcBef>
        <a:spcAft>
          <a:spcPct val="0"/>
        </a:spcAft>
        <a:buChar char="•"/>
        <a:defRPr sz="3000">
          <a:solidFill>
            <a:schemeClr val="tx1"/>
          </a:solidFill>
          <a:latin typeface="+mn-lt"/>
          <a:ea typeface="+mn-ea"/>
          <a:cs typeface="+mn-cs"/>
        </a:defRPr>
      </a:lvl1pPr>
      <a:lvl2pPr marL="739775" indent="-280988" algn="l" defTabSz="912813" rtl="0" eaLnBrk="0" fontAlgn="base" hangingPunct="0">
        <a:spcBef>
          <a:spcPct val="20000"/>
        </a:spcBef>
        <a:spcAft>
          <a:spcPct val="0"/>
        </a:spcAft>
        <a:buChar char="–"/>
        <a:defRPr sz="3000">
          <a:solidFill>
            <a:schemeClr val="tx1"/>
          </a:solidFill>
          <a:latin typeface="+mn-lt"/>
        </a:defRPr>
      </a:lvl2pPr>
      <a:lvl3pPr marL="1141413" indent="-228600" algn="l" defTabSz="912813" rtl="0" eaLnBrk="0" fontAlgn="base" hangingPunct="0">
        <a:spcBef>
          <a:spcPct val="20000"/>
        </a:spcBef>
        <a:spcAft>
          <a:spcPct val="0"/>
        </a:spcAft>
        <a:buChar char="•"/>
        <a:defRPr sz="2400">
          <a:solidFill>
            <a:schemeClr val="tx1"/>
          </a:solidFill>
          <a:latin typeface="+mn-lt"/>
        </a:defRPr>
      </a:lvl3pPr>
      <a:lvl4pPr marL="1600200" indent="-228600" algn="l" defTabSz="912813" rtl="0" eaLnBrk="0" fontAlgn="base" hangingPunct="0">
        <a:spcBef>
          <a:spcPct val="20000"/>
        </a:spcBef>
        <a:spcAft>
          <a:spcPct val="0"/>
        </a:spcAft>
        <a:buChar char="–"/>
        <a:defRPr sz="2000">
          <a:solidFill>
            <a:schemeClr val="tx1"/>
          </a:solidFill>
          <a:latin typeface="+mn-lt"/>
        </a:defRPr>
      </a:lvl4pPr>
      <a:lvl5pPr marL="2058988" indent="-230188" algn="l" defTabSz="912813" rtl="0" eaLnBrk="0" fontAlgn="base" hangingPunct="0">
        <a:spcBef>
          <a:spcPct val="20000"/>
        </a:spcBef>
        <a:spcAft>
          <a:spcPct val="0"/>
        </a:spcAft>
        <a:buChar char="»"/>
        <a:defRPr sz="2000">
          <a:solidFill>
            <a:schemeClr val="tx1"/>
          </a:solidFill>
          <a:latin typeface="+mn-lt"/>
        </a:defRPr>
      </a:lvl5pPr>
      <a:lvl6pPr marL="2516188" indent="-230188" algn="l" defTabSz="912813" rtl="0" fontAlgn="base">
        <a:spcBef>
          <a:spcPct val="20000"/>
        </a:spcBef>
        <a:spcAft>
          <a:spcPct val="0"/>
        </a:spcAft>
        <a:buChar char="»"/>
        <a:defRPr sz="2000">
          <a:solidFill>
            <a:schemeClr val="tx1"/>
          </a:solidFill>
          <a:latin typeface="+mn-lt"/>
        </a:defRPr>
      </a:lvl6pPr>
      <a:lvl7pPr marL="2973388" indent="-230188" algn="l" defTabSz="912813" rtl="0" fontAlgn="base">
        <a:spcBef>
          <a:spcPct val="20000"/>
        </a:spcBef>
        <a:spcAft>
          <a:spcPct val="0"/>
        </a:spcAft>
        <a:buChar char="»"/>
        <a:defRPr sz="2000">
          <a:solidFill>
            <a:schemeClr val="tx1"/>
          </a:solidFill>
          <a:latin typeface="+mn-lt"/>
        </a:defRPr>
      </a:lvl7pPr>
      <a:lvl8pPr marL="3430588" indent="-230188" algn="l" defTabSz="912813" rtl="0" fontAlgn="base">
        <a:spcBef>
          <a:spcPct val="20000"/>
        </a:spcBef>
        <a:spcAft>
          <a:spcPct val="0"/>
        </a:spcAft>
        <a:buChar char="»"/>
        <a:defRPr sz="2000">
          <a:solidFill>
            <a:schemeClr val="tx1"/>
          </a:solidFill>
          <a:latin typeface="+mn-lt"/>
        </a:defRPr>
      </a:lvl8pPr>
      <a:lvl9pPr marL="3887788" indent="-230188" algn="l" defTabSz="912813"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8.png"/><Relationship Id="rId18" Type="http://schemas.openxmlformats.org/officeDocument/2006/relationships/image" Target="../media/image13.png"/><Relationship Id="rId26" Type="http://schemas.openxmlformats.org/officeDocument/2006/relationships/image" Target="../media/image21.png"/><Relationship Id="rId39" Type="http://schemas.openxmlformats.org/officeDocument/2006/relationships/image" Target="../media/image34.png"/><Relationship Id="rId21" Type="http://schemas.openxmlformats.org/officeDocument/2006/relationships/image" Target="../media/image16.png"/><Relationship Id="rId34" Type="http://schemas.openxmlformats.org/officeDocument/2006/relationships/image" Target="../media/image29.png"/><Relationship Id="rId42" Type="http://schemas.openxmlformats.org/officeDocument/2006/relationships/image" Target="../media/image37.png"/><Relationship Id="rId47" Type="http://schemas.openxmlformats.org/officeDocument/2006/relationships/image" Target="../media/image42.png"/><Relationship Id="rId50" Type="http://schemas.openxmlformats.org/officeDocument/2006/relationships/image" Target="../media/image45.png"/><Relationship Id="rId55" Type="http://schemas.openxmlformats.org/officeDocument/2006/relationships/image" Target="../media/image50.png"/><Relationship Id="rId7" Type="http://schemas.openxmlformats.org/officeDocument/2006/relationships/image" Target="../media/image2.png"/><Relationship Id="rId2" Type="http://schemas.openxmlformats.org/officeDocument/2006/relationships/notesSlide" Target="../notesSlides/notesSlide1.xml"/><Relationship Id="rId16" Type="http://schemas.openxmlformats.org/officeDocument/2006/relationships/image" Target="../media/image11.png"/><Relationship Id="rId29" Type="http://schemas.openxmlformats.org/officeDocument/2006/relationships/image" Target="../media/image24.png"/><Relationship Id="rId11" Type="http://schemas.openxmlformats.org/officeDocument/2006/relationships/image" Target="../media/image6.png"/><Relationship Id="rId24" Type="http://schemas.openxmlformats.org/officeDocument/2006/relationships/image" Target="../media/image19.png"/><Relationship Id="rId32" Type="http://schemas.openxmlformats.org/officeDocument/2006/relationships/image" Target="../media/image27.png"/><Relationship Id="rId37" Type="http://schemas.openxmlformats.org/officeDocument/2006/relationships/image" Target="../media/image32.png"/><Relationship Id="rId40" Type="http://schemas.openxmlformats.org/officeDocument/2006/relationships/image" Target="../media/image35.png"/><Relationship Id="rId45" Type="http://schemas.openxmlformats.org/officeDocument/2006/relationships/image" Target="../media/image40.png"/><Relationship Id="rId53" Type="http://schemas.openxmlformats.org/officeDocument/2006/relationships/image" Target="../media/image48.png"/><Relationship Id="rId58" Type="http://schemas.openxmlformats.org/officeDocument/2006/relationships/image" Target="../media/image53.jpg"/><Relationship Id="rId5" Type="http://schemas.openxmlformats.org/officeDocument/2006/relationships/oleObject" Target="../embeddings/oleObject1.bin"/><Relationship Id="rId19" Type="http://schemas.openxmlformats.org/officeDocument/2006/relationships/image" Target="../media/image14.png"/><Relationship Id="rId4" Type="http://schemas.openxmlformats.org/officeDocument/2006/relationships/hyperlink" Target="mailto:krishna_b@ece.iitr.ac.in" TargetMode="External"/><Relationship Id="rId9" Type="http://schemas.openxmlformats.org/officeDocument/2006/relationships/image" Target="../media/image4.png"/><Relationship Id="rId14" Type="http://schemas.openxmlformats.org/officeDocument/2006/relationships/image" Target="../media/image9.png"/><Relationship Id="rId22" Type="http://schemas.openxmlformats.org/officeDocument/2006/relationships/image" Target="../media/image17.png"/><Relationship Id="rId27" Type="http://schemas.openxmlformats.org/officeDocument/2006/relationships/image" Target="../media/image22.png"/><Relationship Id="rId30" Type="http://schemas.openxmlformats.org/officeDocument/2006/relationships/image" Target="../media/image25.png"/><Relationship Id="rId35" Type="http://schemas.openxmlformats.org/officeDocument/2006/relationships/image" Target="../media/image30.png"/><Relationship Id="rId43" Type="http://schemas.openxmlformats.org/officeDocument/2006/relationships/image" Target="../media/image38.png"/><Relationship Id="rId48" Type="http://schemas.openxmlformats.org/officeDocument/2006/relationships/image" Target="../media/image43.png"/><Relationship Id="rId56" Type="http://schemas.openxmlformats.org/officeDocument/2006/relationships/image" Target="../media/image51.png"/><Relationship Id="rId8" Type="http://schemas.openxmlformats.org/officeDocument/2006/relationships/image" Target="../media/image3.png"/><Relationship Id="rId51" Type="http://schemas.openxmlformats.org/officeDocument/2006/relationships/image" Target="../media/image46.png"/><Relationship Id="rId3" Type="http://schemas.openxmlformats.org/officeDocument/2006/relationships/hyperlink" Target="mailto:divyansh_bv@ece.iitr.ac.in" TargetMode="External"/><Relationship Id="rId12" Type="http://schemas.openxmlformats.org/officeDocument/2006/relationships/image" Target="../media/image7.png"/><Relationship Id="rId17" Type="http://schemas.openxmlformats.org/officeDocument/2006/relationships/image" Target="../media/image12.png"/><Relationship Id="rId25" Type="http://schemas.openxmlformats.org/officeDocument/2006/relationships/image" Target="../media/image20.png"/><Relationship Id="rId33" Type="http://schemas.openxmlformats.org/officeDocument/2006/relationships/image" Target="../media/image28.png"/><Relationship Id="rId38" Type="http://schemas.openxmlformats.org/officeDocument/2006/relationships/image" Target="../media/image33.png"/><Relationship Id="rId46" Type="http://schemas.openxmlformats.org/officeDocument/2006/relationships/image" Target="../media/image41.png"/><Relationship Id="rId59" Type="http://schemas.openxmlformats.org/officeDocument/2006/relationships/chart" Target="../charts/chart1.xml"/><Relationship Id="rId20" Type="http://schemas.openxmlformats.org/officeDocument/2006/relationships/image" Target="../media/image15.png"/><Relationship Id="rId41" Type="http://schemas.openxmlformats.org/officeDocument/2006/relationships/image" Target="../media/image36.png"/><Relationship Id="rId54"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1.wmf"/><Relationship Id="rId15" Type="http://schemas.openxmlformats.org/officeDocument/2006/relationships/image" Target="../media/image10.png"/><Relationship Id="rId23" Type="http://schemas.openxmlformats.org/officeDocument/2006/relationships/image" Target="../media/image18.png"/><Relationship Id="rId28" Type="http://schemas.openxmlformats.org/officeDocument/2006/relationships/image" Target="../media/image23.png"/><Relationship Id="rId36" Type="http://schemas.openxmlformats.org/officeDocument/2006/relationships/image" Target="../media/image31.png"/><Relationship Id="rId49" Type="http://schemas.openxmlformats.org/officeDocument/2006/relationships/image" Target="../media/image44.png"/><Relationship Id="rId57" Type="http://schemas.openxmlformats.org/officeDocument/2006/relationships/image" Target="../media/image52.png"/><Relationship Id="rId10" Type="http://schemas.openxmlformats.org/officeDocument/2006/relationships/image" Target="../media/image5.png"/><Relationship Id="rId31" Type="http://schemas.openxmlformats.org/officeDocument/2006/relationships/image" Target="../media/image26.png"/><Relationship Id="rId44" Type="http://schemas.openxmlformats.org/officeDocument/2006/relationships/image" Target="../media/image39.png"/><Relationship Id="rId52"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5"/>
          <p:cNvSpPr>
            <a:spLocks noChangeArrowheads="1"/>
          </p:cNvSpPr>
          <p:nvPr/>
        </p:nvSpPr>
        <p:spPr bwMode="auto">
          <a:xfrm>
            <a:off x="1412622" y="130718"/>
            <a:ext cx="32918400" cy="4631809"/>
          </a:xfrm>
          <a:prstGeom prst="rect">
            <a:avLst/>
          </a:prstGeom>
          <a:noFill/>
          <a:ln w="9525">
            <a:noFill/>
            <a:miter lim="800000"/>
            <a:headEnd/>
            <a:tailEnd/>
          </a:ln>
        </p:spPr>
        <p:txBody>
          <a:bodyPr wrap="square" lIns="91231" tIns="45607" rIns="91231" bIns="45607">
            <a:spAutoFit/>
          </a:bodyPr>
          <a:lstStyle/>
          <a:p>
            <a:pPr algn="ctr" defTabSz="912813">
              <a:spcAft>
                <a:spcPts val="600"/>
              </a:spcAft>
              <a:defRPr/>
            </a:pPr>
            <a:r>
              <a:rPr lang="en-US" sz="7000" dirty="0">
                <a:solidFill>
                  <a:srgbClr val="FFFFFF"/>
                </a:solidFill>
                <a:latin typeface="Arial Black" pitchFamily="34" charset="0"/>
              </a:rPr>
              <a:t>AI/ML in target detection for reduction in False Alarm</a:t>
            </a:r>
          </a:p>
          <a:p>
            <a:pPr algn="ctr" defTabSz="912813">
              <a:spcAft>
                <a:spcPts val="600"/>
              </a:spcAft>
              <a:defRPr/>
            </a:pPr>
            <a:r>
              <a:rPr lang="en-US" sz="4000" dirty="0">
                <a:solidFill>
                  <a:srgbClr val="FFFFFF"/>
                </a:solidFill>
                <a:latin typeface="Arial Black" pitchFamily="34" charset="0"/>
              </a:rPr>
              <a:t>Divyansh Verma, Krishna Bhardwaj</a:t>
            </a:r>
          </a:p>
          <a:p>
            <a:pPr algn="ctr" defTabSz="912813">
              <a:spcAft>
                <a:spcPts val="600"/>
              </a:spcAft>
              <a:defRPr/>
            </a:pPr>
            <a:r>
              <a:rPr lang="en-US" sz="4000" dirty="0">
                <a:solidFill>
                  <a:srgbClr val="FFFFFF"/>
                </a:solidFill>
                <a:latin typeface="Arial Black" pitchFamily="34" charset="0"/>
              </a:rPr>
              <a:t>(</a:t>
            </a:r>
            <a:r>
              <a:rPr lang="en-US" sz="4000" dirty="0">
                <a:solidFill>
                  <a:srgbClr val="FFFFFF"/>
                </a:solidFill>
                <a:latin typeface="Arial Black" pitchFamily="34" charset="0"/>
                <a:hlinkClick r:id="rId3"/>
              </a:rPr>
              <a:t>divyansh_bv@ece.iitr.ac.in</a:t>
            </a:r>
            <a:r>
              <a:rPr lang="en-US" sz="4000" dirty="0">
                <a:solidFill>
                  <a:srgbClr val="FFFFFF"/>
                </a:solidFill>
                <a:latin typeface="Arial Black" pitchFamily="34" charset="0"/>
              </a:rPr>
              <a:t>, </a:t>
            </a:r>
            <a:r>
              <a:rPr lang="en-US" sz="4000" dirty="0">
                <a:solidFill>
                  <a:srgbClr val="FFFFFF"/>
                </a:solidFill>
                <a:latin typeface="Arial Black" pitchFamily="34" charset="0"/>
                <a:hlinkClick r:id="rId4"/>
              </a:rPr>
              <a:t>krishna_b@ece.iitr.ac.in</a:t>
            </a:r>
            <a:r>
              <a:rPr lang="en-US" sz="4000" dirty="0">
                <a:solidFill>
                  <a:srgbClr val="FFFFFF"/>
                </a:solidFill>
                <a:latin typeface="Arial Black" pitchFamily="34" charset="0"/>
              </a:rPr>
              <a:t> )</a:t>
            </a:r>
          </a:p>
          <a:p>
            <a:pPr algn="ctr" defTabSz="912813">
              <a:spcAft>
                <a:spcPts val="600"/>
              </a:spcAft>
              <a:defRPr/>
            </a:pPr>
            <a:r>
              <a:rPr lang="en-US" sz="4000" dirty="0">
                <a:solidFill>
                  <a:srgbClr val="FFFFFF"/>
                </a:solidFill>
                <a:latin typeface="Arial Black" pitchFamily="34" charset="0"/>
              </a:rPr>
              <a:t>Supervised by – Dr. Dharmendra Singh and Lieutenant Colonel Him Dhawan</a:t>
            </a:r>
          </a:p>
          <a:p>
            <a:pPr algn="ctr" defTabSz="912813">
              <a:spcAft>
                <a:spcPts val="600"/>
              </a:spcAft>
              <a:defRPr/>
            </a:pPr>
            <a:r>
              <a:rPr lang="en-US" sz="4000" dirty="0">
                <a:solidFill>
                  <a:srgbClr val="FFFFFF"/>
                </a:solidFill>
                <a:latin typeface="Arial Black" pitchFamily="34" charset="0"/>
              </a:rPr>
              <a:t>Department of Electronics and Communication Engineering, Indian Institute of Technology, Roorkee</a:t>
            </a:r>
          </a:p>
          <a:p>
            <a:pPr algn="ctr" defTabSz="912813">
              <a:spcAft>
                <a:spcPts val="600"/>
              </a:spcAft>
              <a:defRPr/>
            </a:pPr>
            <a:endParaRPr lang="en-US" sz="4000" dirty="0">
              <a:solidFill>
                <a:srgbClr val="FFFFFF"/>
              </a:solidFill>
              <a:latin typeface="Arial Black" pitchFamily="34" charset="0"/>
            </a:endParaRPr>
          </a:p>
        </p:txBody>
      </p:sp>
      <p:sp>
        <p:nvSpPr>
          <p:cNvPr id="1028" name="Text Box 7"/>
          <p:cNvSpPr txBox="1">
            <a:spLocks noChangeArrowheads="1"/>
          </p:cNvSpPr>
          <p:nvPr/>
        </p:nvSpPr>
        <p:spPr bwMode="auto">
          <a:xfrm>
            <a:off x="540591" y="5559425"/>
            <a:ext cx="15584487" cy="707678"/>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000" b="1" dirty="0">
                <a:solidFill>
                  <a:srgbClr val="F8F8F8"/>
                </a:solidFill>
                <a:latin typeface="Times New Roman" panose="02020603050405020304" pitchFamily="18" charset="0"/>
                <a:cs typeface="Times New Roman" panose="02020603050405020304" pitchFamily="18" charset="0"/>
              </a:rPr>
              <a:t>Objectives</a:t>
            </a:r>
          </a:p>
        </p:txBody>
      </p:sp>
      <p:sp>
        <p:nvSpPr>
          <p:cNvPr id="2" name="Text Box 349"/>
          <p:cNvSpPr txBox="1">
            <a:spLocks noChangeArrowheads="1"/>
          </p:cNvSpPr>
          <p:nvPr/>
        </p:nvSpPr>
        <p:spPr bwMode="auto">
          <a:xfrm>
            <a:off x="16731503" y="5557838"/>
            <a:ext cx="15584488" cy="823912"/>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800" b="1" dirty="0">
                <a:solidFill>
                  <a:srgbClr val="F8F8F8"/>
                </a:solidFill>
                <a:latin typeface="Times New Roman" panose="02020603050405020304" pitchFamily="18" charset="0"/>
                <a:cs typeface="Times New Roman" panose="02020603050405020304" pitchFamily="18" charset="0"/>
              </a:rPr>
              <a:t>Results</a:t>
            </a:r>
          </a:p>
        </p:txBody>
      </p:sp>
      <p:sp>
        <p:nvSpPr>
          <p:cNvPr id="1032" name="Text Box 353"/>
          <p:cNvSpPr txBox="1">
            <a:spLocks noChangeArrowheads="1"/>
          </p:cNvSpPr>
          <p:nvPr/>
        </p:nvSpPr>
        <p:spPr bwMode="auto">
          <a:xfrm>
            <a:off x="16713200" y="39573350"/>
            <a:ext cx="15584488" cy="823913"/>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800" b="1" dirty="0">
                <a:solidFill>
                  <a:srgbClr val="F8F8F8"/>
                </a:solidFill>
                <a:latin typeface="Times New Roman" panose="02020603050405020304" pitchFamily="18" charset="0"/>
                <a:cs typeface="Times New Roman" panose="02020603050405020304" pitchFamily="18" charset="0"/>
              </a:rPr>
              <a:t>References</a:t>
            </a:r>
          </a:p>
        </p:txBody>
      </p:sp>
      <p:sp>
        <p:nvSpPr>
          <p:cNvPr id="1034" name="Text Box 7"/>
          <p:cNvSpPr txBox="1">
            <a:spLocks noChangeArrowheads="1"/>
          </p:cNvSpPr>
          <p:nvPr/>
        </p:nvSpPr>
        <p:spPr bwMode="auto">
          <a:xfrm>
            <a:off x="541270" y="7945997"/>
            <a:ext cx="15584487" cy="707678"/>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000" b="1" dirty="0">
                <a:solidFill>
                  <a:srgbClr val="F8F8F8"/>
                </a:solidFill>
                <a:latin typeface="Times New Roman" panose="02020603050405020304" pitchFamily="18" charset="0"/>
                <a:cs typeface="Times New Roman" panose="02020603050405020304" pitchFamily="18" charset="0"/>
              </a:rPr>
              <a:t>Introduction</a:t>
            </a:r>
          </a:p>
        </p:txBody>
      </p:sp>
      <p:sp>
        <p:nvSpPr>
          <p:cNvPr id="1036" name="Text Box 349"/>
          <p:cNvSpPr txBox="1">
            <a:spLocks noChangeArrowheads="1"/>
          </p:cNvSpPr>
          <p:nvPr/>
        </p:nvSpPr>
        <p:spPr bwMode="auto">
          <a:xfrm>
            <a:off x="16718803" y="34564970"/>
            <a:ext cx="15584488" cy="707678"/>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000" b="1" dirty="0">
                <a:solidFill>
                  <a:srgbClr val="F8F8F8"/>
                </a:solidFill>
                <a:latin typeface="Times New Roman" panose="02020603050405020304" pitchFamily="18" charset="0"/>
                <a:cs typeface="Times New Roman" panose="02020603050405020304" pitchFamily="18" charset="0"/>
              </a:rPr>
              <a:t>Conclusions</a:t>
            </a:r>
          </a:p>
        </p:txBody>
      </p:sp>
      <p:sp>
        <p:nvSpPr>
          <p:cNvPr id="1038" name="Text Box 349"/>
          <p:cNvSpPr txBox="1">
            <a:spLocks noChangeArrowheads="1"/>
          </p:cNvSpPr>
          <p:nvPr/>
        </p:nvSpPr>
        <p:spPr bwMode="auto">
          <a:xfrm>
            <a:off x="16725900" y="37785933"/>
            <a:ext cx="15584488" cy="823912"/>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800" b="1" dirty="0">
                <a:solidFill>
                  <a:srgbClr val="F8F8F8"/>
                </a:solidFill>
                <a:latin typeface="Times New Roman" panose="02020603050405020304" pitchFamily="18" charset="0"/>
                <a:cs typeface="Times New Roman" panose="02020603050405020304" pitchFamily="18" charset="0"/>
              </a:rPr>
              <a:t>Acknowledgement</a:t>
            </a:r>
          </a:p>
        </p:txBody>
      </p:sp>
      <p:sp>
        <p:nvSpPr>
          <p:cNvPr id="1042" name="Text Box 351"/>
          <p:cNvSpPr txBox="1">
            <a:spLocks noChangeArrowheads="1"/>
          </p:cNvSpPr>
          <p:nvPr/>
        </p:nvSpPr>
        <p:spPr bwMode="auto">
          <a:xfrm>
            <a:off x="540590" y="20507870"/>
            <a:ext cx="15584488" cy="707678"/>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000" b="1" dirty="0">
                <a:solidFill>
                  <a:srgbClr val="F8F8F8"/>
                </a:solidFill>
                <a:latin typeface="Times New Roman" panose="02020603050405020304" pitchFamily="18" charset="0"/>
                <a:cs typeface="Times New Roman" panose="02020603050405020304" pitchFamily="18" charset="0"/>
              </a:rPr>
              <a:t>Methodology</a:t>
            </a:r>
          </a:p>
        </p:txBody>
      </p:sp>
      <p:sp>
        <p:nvSpPr>
          <p:cNvPr id="1043" name="Rectangle 4"/>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sp>
        <p:nvSpPr>
          <p:cNvPr id="1044" name="Rectangle 6"/>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sp>
        <p:nvSpPr>
          <p:cNvPr id="1045" name="Rectangle 28"/>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sp>
        <p:nvSpPr>
          <p:cNvPr id="1047" name="Rectangle 36"/>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sp>
        <p:nvSpPr>
          <p:cNvPr id="1048" name="Rectangle 38"/>
          <p:cNvSpPr>
            <a:spLocks noChangeArrowheads="1"/>
          </p:cNvSpPr>
          <p:nvPr/>
        </p:nvSpPr>
        <p:spPr bwMode="auto">
          <a:xfrm>
            <a:off x="116274" y="304800"/>
            <a:ext cx="32918400" cy="0"/>
          </a:xfrm>
          <a:prstGeom prst="rect">
            <a:avLst/>
          </a:prstGeom>
          <a:noFill/>
          <a:ln w="9525">
            <a:noFill/>
            <a:miter lim="800000"/>
            <a:headEnd/>
            <a:tailEnd/>
          </a:ln>
        </p:spPr>
        <p:txBody>
          <a:bodyPr wrap="none" anchor="ctr">
            <a:spAutoFit/>
          </a:bodyPr>
          <a:lstStyle/>
          <a:p>
            <a:r>
              <a:rPr lang="en-US" sz="2800">
                <a:latin typeface="Arial" charset="0"/>
              </a:rPr>
              <a:t> </a:t>
            </a:r>
            <a:endParaRPr lang="en-US" sz="1800">
              <a:latin typeface="Arial" charset="0"/>
            </a:endParaRPr>
          </a:p>
        </p:txBody>
      </p:sp>
      <p:sp>
        <p:nvSpPr>
          <p:cNvPr id="1049" name="Rectangle 90"/>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graphicFrame>
        <p:nvGraphicFramePr>
          <p:cNvPr id="1026" name="Object 93"/>
          <p:cNvGraphicFramePr>
            <a:graphicFrameLocks noChangeAspect="1"/>
          </p:cNvGraphicFramePr>
          <p:nvPr>
            <p:extLst>
              <p:ext uri="{D42A27DB-BD31-4B8C-83A1-F6EECF244321}">
                <p14:modId xmlns:p14="http://schemas.microsoft.com/office/powerpoint/2010/main" val="3560816150"/>
              </p:ext>
            </p:extLst>
          </p:nvPr>
        </p:nvGraphicFramePr>
        <p:xfrm>
          <a:off x="16518324" y="23902988"/>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0" name="Object 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18324" y="23902988"/>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59" name="Picture 123" descr="C:\Users\Akanksha\Desktop\iitr borderless.png"/>
          <p:cNvPicPr>
            <a:picLocks noChangeAspect="1" noChangeArrowheads="1"/>
          </p:cNvPicPr>
          <p:nvPr/>
        </p:nvPicPr>
        <p:blipFill>
          <a:blip r:embed="rId7" cstate="print"/>
          <a:srcRect/>
          <a:stretch>
            <a:fillRect/>
          </a:stretch>
        </p:blipFill>
        <p:spPr bwMode="auto">
          <a:xfrm>
            <a:off x="81349" y="301379"/>
            <a:ext cx="3885505" cy="3926571"/>
          </a:xfrm>
          <a:prstGeom prst="rect">
            <a:avLst/>
          </a:prstGeom>
          <a:noFill/>
          <a:ln w="9525">
            <a:noFill/>
            <a:miter lim="800000"/>
            <a:headEnd/>
            <a:tailEnd/>
          </a:ln>
        </p:spPr>
      </p:pic>
      <p:sp>
        <p:nvSpPr>
          <p:cNvPr id="1060" name="TextBox 61"/>
          <p:cNvSpPr txBox="1">
            <a:spLocks noChangeArrowheads="1"/>
          </p:cNvSpPr>
          <p:nvPr/>
        </p:nvSpPr>
        <p:spPr bwMode="auto">
          <a:xfrm>
            <a:off x="638562" y="43167300"/>
            <a:ext cx="1855787" cy="554038"/>
          </a:xfrm>
          <a:prstGeom prst="rect">
            <a:avLst/>
          </a:prstGeom>
          <a:noFill/>
          <a:ln w="9525">
            <a:noFill/>
            <a:miter lim="800000"/>
            <a:headEnd/>
            <a:tailEnd/>
          </a:ln>
        </p:spPr>
        <p:txBody>
          <a:bodyPr>
            <a:spAutoFit/>
          </a:bodyPr>
          <a:lstStyle/>
          <a:p>
            <a:endParaRPr lang="en-US"/>
          </a:p>
        </p:txBody>
      </p:sp>
      <p:sp>
        <p:nvSpPr>
          <p:cNvPr id="1064" name="Rectangle 122"/>
          <p:cNvSpPr>
            <a:spLocks noChangeArrowheads="1"/>
          </p:cNvSpPr>
          <p:nvPr/>
        </p:nvSpPr>
        <p:spPr bwMode="auto">
          <a:xfrm>
            <a:off x="116274" y="0"/>
            <a:ext cx="32918400" cy="0"/>
          </a:xfrm>
          <a:prstGeom prst="rect">
            <a:avLst/>
          </a:prstGeom>
          <a:noFill/>
          <a:ln w="9525">
            <a:noFill/>
            <a:miter lim="800000"/>
            <a:headEnd/>
            <a:tailEnd/>
          </a:ln>
        </p:spPr>
        <p:txBody>
          <a:bodyPr wrap="none" anchor="ctr">
            <a:spAutoFit/>
          </a:bodyPr>
          <a:lstStyle/>
          <a:p>
            <a:endParaRPr lang="en-US"/>
          </a:p>
        </p:txBody>
      </p:sp>
      <p:sp>
        <p:nvSpPr>
          <p:cNvPr id="14" name="Rectangle 38"/>
          <p:cNvSpPr>
            <a:spLocks noChangeArrowheads="1"/>
          </p:cNvSpPr>
          <p:nvPr/>
        </p:nvSpPr>
        <p:spPr bwMode="auto">
          <a:xfrm>
            <a:off x="116274" y="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78"/>
          <p:cNvSpPr>
            <a:spLocks noChangeArrowheads="1"/>
          </p:cNvSpPr>
          <p:nvPr/>
        </p:nvSpPr>
        <p:spPr bwMode="auto">
          <a:xfrm>
            <a:off x="0" y="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0" name="Rectangle 92"/>
          <p:cNvSpPr>
            <a:spLocks noChangeArrowheads="1"/>
          </p:cNvSpPr>
          <p:nvPr/>
        </p:nvSpPr>
        <p:spPr bwMode="auto">
          <a:xfrm>
            <a:off x="152400" y="15240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6" name="Rectangle 94"/>
          <p:cNvSpPr>
            <a:spLocks noChangeArrowheads="1"/>
          </p:cNvSpPr>
          <p:nvPr/>
        </p:nvSpPr>
        <p:spPr bwMode="auto">
          <a:xfrm>
            <a:off x="304800" y="304800"/>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8" name="Group 7">
            <a:extLst>
              <a:ext uri="{FF2B5EF4-FFF2-40B4-BE49-F238E27FC236}">
                <a16:creationId xmlns:a16="http://schemas.microsoft.com/office/drawing/2014/main" id="{B92EEAF3-8155-A962-176C-2FB99A86F107}"/>
              </a:ext>
            </a:extLst>
          </p:cNvPr>
          <p:cNvGrpSpPr/>
          <p:nvPr/>
        </p:nvGrpSpPr>
        <p:grpSpPr>
          <a:xfrm>
            <a:off x="906199" y="30799868"/>
            <a:ext cx="14990353" cy="11959005"/>
            <a:chOff x="906199" y="29039156"/>
            <a:chExt cx="14990353" cy="11959005"/>
          </a:xfrm>
          <a:noFill/>
        </p:grpSpPr>
        <p:sp>
          <p:nvSpPr>
            <p:cNvPr id="1206" name="Right Brace 1205">
              <a:extLst>
                <a:ext uri="{FF2B5EF4-FFF2-40B4-BE49-F238E27FC236}">
                  <a16:creationId xmlns:a16="http://schemas.microsoft.com/office/drawing/2014/main" id="{60BC4700-440A-46E4-5187-A6A0B49BBE17}"/>
                </a:ext>
              </a:extLst>
            </p:cNvPr>
            <p:cNvSpPr>
              <a:spLocks/>
            </p:cNvSpPr>
            <p:nvPr/>
          </p:nvSpPr>
          <p:spPr>
            <a:xfrm rot="16200000">
              <a:off x="3009682" y="33799049"/>
              <a:ext cx="711601" cy="2328511"/>
            </a:xfrm>
            <a:prstGeom prst="rightBrace">
              <a:avLst>
                <a:gd name="adj1" fmla="val 39387"/>
                <a:gd name="adj2" fmla="val 50098"/>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207" name="TextBox 1206">
              <a:extLst>
                <a:ext uri="{FF2B5EF4-FFF2-40B4-BE49-F238E27FC236}">
                  <a16:creationId xmlns:a16="http://schemas.microsoft.com/office/drawing/2014/main" id="{EF90915F-7163-03A4-026A-2813EB67FDCD}"/>
                </a:ext>
              </a:extLst>
            </p:cNvPr>
            <p:cNvSpPr txBox="1">
              <a:spLocks/>
            </p:cNvSpPr>
            <p:nvPr/>
          </p:nvSpPr>
          <p:spPr>
            <a:xfrm>
              <a:off x="906199" y="35319106"/>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sp>
          <p:nvSpPr>
            <p:cNvPr id="1208" name="TextBox 1207">
              <a:extLst>
                <a:ext uri="{FF2B5EF4-FFF2-40B4-BE49-F238E27FC236}">
                  <a16:creationId xmlns:a16="http://schemas.microsoft.com/office/drawing/2014/main" id="{908652CC-49B5-4F9E-D581-BDCF21FBAE28}"/>
                </a:ext>
              </a:extLst>
            </p:cNvPr>
            <p:cNvSpPr txBox="1">
              <a:spLocks/>
            </p:cNvSpPr>
            <p:nvPr/>
          </p:nvSpPr>
          <p:spPr>
            <a:xfrm>
              <a:off x="3359812" y="35315734"/>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cxnSp>
          <p:nvCxnSpPr>
            <p:cNvPr id="1209" name="Connector: Elbow 1208">
              <a:extLst>
                <a:ext uri="{FF2B5EF4-FFF2-40B4-BE49-F238E27FC236}">
                  <a16:creationId xmlns:a16="http://schemas.microsoft.com/office/drawing/2014/main" id="{6621C892-D75B-D94E-0330-22E5C74590B6}"/>
                </a:ext>
              </a:extLst>
            </p:cNvPr>
            <p:cNvCxnSpPr>
              <a:cxnSpLocks/>
              <a:stCxn id="1207" idx="2"/>
              <a:endCxn id="1211" idx="2"/>
            </p:cNvCxnSpPr>
            <p:nvPr/>
          </p:nvCxnSpPr>
          <p:spPr>
            <a:xfrm rot="16200000" flipH="1">
              <a:off x="2115402" y="35987711"/>
              <a:ext cx="820335" cy="898895"/>
            </a:xfrm>
            <a:prstGeom prst="bentConnector2">
              <a:avLst/>
            </a:prstGeom>
            <a:grpFill/>
            <a:ln w="38100" cap="flat" cmpd="sng" algn="ctr">
              <a:solidFill>
                <a:schemeClr val="tx1"/>
              </a:solidFill>
              <a:prstDash val="solid"/>
              <a:miter lim="800000"/>
              <a:tailEnd type="triangle"/>
            </a:ln>
            <a:effectLst/>
          </p:spPr>
        </p:cxnSp>
        <p:cxnSp>
          <p:nvCxnSpPr>
            <p:cNvPr id="1210" name="Connector: Elbow 1209">
              <a:extLst>
                <a:ext uri="{FF2B5EF4-FFF2-40B4-BE49-F238E27FC236}">
                  <a16:creationId xmlns:a16="http://schemas.microsoft.com/office/drawing/2014/main" id="{076616D8-D780-ECB9-C562-F3149B009FB5}"/>
                </a:ext>
              </a:extLst>
            </p:cNvPr>
            <p:cNvCxnSpPr>
              <a:cxnSpLocks/>
              <a:stCxn id="1208" idx="2"/>
              <a:endCxn id="1211" idx="6"/>
            </p:cNvCxnSpPr>
            <p:nvPr/>
          </p:nvCxnSpPr>
          <p:spPr>
            <a:xfrm rot="5400000">
              <a:off x="3836442" y="36154033"/>
              <a:ext cx="823707" cy="562881"/>
            </a:xfrm>
            <a:prstGeom prst="bentConnector2">
              <a:avLst/>
            </a:prstGeom>
            <a:grpFill/>
            <a:ln w="38100" cap="flat" cmpd="sng" algn="ctr">
              <a:solidFill>
                <a:schemeClr val="tx1"/>
              </a:solidFill>
              <a:prstDash val="solid"/>
              <a:miter lim="800000"/>
              <a:tailEnd type="triangle"/>
            </a:ln>
            <a:effectLst/>
          </p:spPr>
        </p:cxnSp>
        <p:sp>
          <p:nvSpPr>
            <p:cNvPr id="1211" name="Oval 1210">
              <a:extLst>
                <a:ext uri="{FF2B5EF4-FFF2-40B4-BE49-F238E27FC236}">
                  <a16:creationId xmlns:a16="http://schemas.microsoft.com/office/drawing/2014/main" id="{7E677593-7804-92E3-0FC8-1CF475D1C822}"/>
                </a:ext>
              </a:extLst>
            </p:cNvPr>
            <p:cNvSpPr>
              <a:spLocks/>
            </p:cNvSpPr>
            <p:nvPr/>
          </p:nvSpPr>
          <p:spPr>
            <a:xfrm>
              <a:off x="2975017" y="36288345"/>
              <a:ext cx="991837" cy="1117963"/>
            </a:xfrm>
            <a:prstGeom prst="ellipse">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212" name="Minus Sign 1211">
              <a:extLst>
                <a:ext uri="{FF2B5EF4-FFF2-40B4-BE49-F238E27FC236}">
                  <a16:creationId xmlns:a16="http://schemas.microsoft.com/office/drawing/2014/main" id="{09EFCDBF-B35D-A78D-B325-4CAC92149DD8}"/>
                </a:ext>
              </a:extLst>
            </p:cNvPr>
            <p:cNvSpPr>
              <a:spLocks/>
            </p:cNvSpPr>
            <p:nvPr/>
          </p:nvSpPr>
          <p:spPr>
            <a:xfrm>
              <a:off x="3033919" y="36856978"/>
              <a:ext cx="819695" cy="91439"/>
            </a:xfrm>
            <a:prstGeom prst="mathMinus">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1213" name="Straight Arrow Connector 1212">
              <a:extLst>
                <a:ext uri="{FF2B5EF4-FFF2-40B4-BE49-F238E27FC236}">
                  <a16:creationId xmlns:a16="http://schemas.microsoft.com/office/drawing/2014/main" id="{AFC0EC6E-2453-5E8E-C9D2-B5B16ADD6744}"/>
                </a:ext>
              </a:extLst>
            </p:cNvPr>
            <p:cNvCxnSpPr>
              <a:cxnSpLocks/>
              <a:stCxn id="1211" idx="4"/>
              <a:endCxn id="1214" idx="0"/>
            </p:cNvCxnSpPr>
            <p:nvPr/>
          </p:nvCxnSpPr>
          <p:spPr>
            <a:xfrm flipH="1">
              <a:off x="3466070" y="37406308"/>
              <a:ext cx="4866" cy="439483"/>
            </a:xfrm>
            <a:prstGeom prst="straightConnector1">
              <a:avLst/>
            </a:prstGeom>
            <a:grpFill/>
            <a:ln w="38100" cap="flat" cmpd="sng" algn="ctr">
              <a:solidFill>
                <a:schemeClr val="tx1"/>
              </a:solidFill>
              <a:prstDash val="solid"/>
              <a:miter lim="800000"/>
              <a:tailEnd type="triangle"/>
            </a:ln>
            <a:effectLst/>
          </p:spPr>
        </p:cxnSp>
        <p:sp>
          <p:nvSpPr>
            <p:cNvPr id="1214" name="TextBox 1213">
              <a:extLst>
                <a:ext uri="{FF2B5EF4-FFF2-40B4-BE49-F238E27FC236}">
                  <a16:creationId xmlns:a16="http://schemas.microsoft.com/office/drawing/2014/main" id="{1D7B0FD1-8886-4A1E-8EF5-021B2C3C0ACB}"/>
                </a:ext>
              </a:extLst>
            </p:cNvPr>
            <p:cNvSpPr txBox="1">
              <a:spLocks/>
            </p:cNvSpPr>
            <p:nvPr/>
          </p:nvSpPr>
          <p:spPr>
            <a:xfrm>
              <a:off x="1990626" y="37845791"/>
              <a:ext cx="2950887" cy="400110"/>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Change Map</a:t>
              </a:r>
            </a:p>
          </p:txBody>
        </p:sp>
        <p:sp>
          <p:nvSpPr>
            <p:cNvPr id="1216" name="TextBox 1215">
              <a:extLst>
                <a:ext uri="{FF2B5EF4-FFF2-40B4-BE49-F238E27FC236}">
                  <a16:creationId xmlns:a16="http://schemas.microsoft.com/office/drawing/2014/main" id="{7CCB0D2B-8B2F-E55D-C441-DEA34CC7B5E0}"/>
                </a:ext>
              </a:extLst>
            </p:cNvPr>
            <p:cNvSpPr txBox="1">
              <a:spLocks/>
            </p:cNvSpPr>
            <p:nvPr/>
          </p:nvSpPr>
          <p:spPr>
            <a:xfrm>
              <a:off x="6019188" y="35329149"/>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sp>
          <p:nvSpPr>
            <p:cNvPr id="1217" name="TextBox 1216">
              <a:extLst>
                <a:ext uri="{FF2B5EF4-FFF2-40B4-BE49-F238E27FC236}">
                  <a16:creationId xmlns:a16="http://schemas.microsoft.com/office/drawing/2014/main" id="{875058D1-2FAD-A208-3EB3-B136C8D9FAC8}"/>
                </a:ext>
              </a:extLst>
            </p:cNvPr>
            <p:cNvSpPr txBox="1">
              <a:spLocks/>
            </p:cNvSpPr>
            <p:nvPr/>
          </p:nvSpPr>
          <p:spPr>
            <a:xfrm>
              <a:off x="8421439" y="35327018"/>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cxnSp>
          <p:nvCxnSpPr>
            <p:cNvPr id="1218" name="Connector: Elbow 1217">
              <a:extLst>
                <a:ext uri="{FF2B5EF4-FFF2-40B4-BE49-F238E27FC236}">
                  <a16:creationId xmlns:a16="http://schemas.microsoft.com/office/drawing/2014/main" id="{8C536B3E-6E94-EE1D-96D1-E7CED3A77F8E}"/>
                </a:ext>
              </a:extLst>
            </p:cNvPr>
            <p:cNvCxnSpPr>
              <a:cxnSpLocks/>
              <a:stCxn id="1216" idx="2"/>
              <a:endCxn id="1220" idx="2"/>
            </p:cNvCxnSpPr>
            <p:nvPr/>
          </p:nvCxnSpPr>
          <p:spPr>
            <a:xfrm rot="16200000" flipH="1">
              <a:off x="7149352" y="36076794"/>
              <a:ext cx="865662" cy="786144"/>
            </a:xfrm>
            <a:prstGeom prst="bentConnector2">
              <a:avLst/>
            </a:prstGeom>
            <a:grpFill/>
            <a:ln w="38100" cap="flat" cmpd="sng" algn="ctr">
              <a:solidFill>
                <a:schemeClr val="tx1"/>
              </a:solidFill>
              <a:prstDash val="solid"/>
              <a:miter lim="800000"/>
              <a:tailEnd type="triangle"/>
            </a:ln>
            <a:effectLst/>
          </p:spPr>
        </p:cxnSp>
        <p:cxnSp>
          <p:nvCxnSpPr>
            <p:cNvPr id="1219" name="Connector: Elbow 1218">
              <a:extLst>
                <a:ext uri="{FF2B5EF4-FFF2-40B4-BE49-F238E27FC236}">
                  <a16:creationId xmlns:a16="http://schemas.microsoft.com/office/drawing/2014/main" id="{4CFDE39F-01DC-6378-19EA-AEA2478DBC28}"/>
                </a:ext>
              </a:extLst>
            </p:cNvPr>
            <p:cNvCxnSpPr>
              <a:cxnSpLocks/>
              <a:stCxn id="1217" idx="2"/>
              <a:endCxn id="1220" idx="6"/>
            </p:cNvCxnSpPr>
            <p:nvPr/>
          </p:nvCxnSpPr>
          <p:spPr>
            <a:xfrm rot="5400000">
              <a:off x="8845331" y="36156665"/>
              <a:ext cx="867793" cy="624270"/>
            </a:xfrm>
            <a:prstGeom prst="bentConnector2">
              <a:avLst/>
            </a:prstGeom>
            <a:grpFill/>
            <a:ln w="38100" cap="flat" cmpd="sng" algn="ctr">
              <a:solidFill>
                <a:schemeClr val="tx1"/>
              </a:solidFill>
              <a:prstDash val="solid"/>
              <a:miter lim="800000"/>
              <a:tailEnd type="triangle"/>
            </a:ln>
            <a:effectLst/>
          </p:spPr>
        </p:cxnSp>
        <p:sp>
          <p:nvSpPr>
            <p:cNvPr id="1220" name="Oval 1219">
              <a:extLst>
                <a:ext uri="{FF2B5EF4-FFF2-40B4-BE49-F238E27FC236}">
                  <a16:creationId xmlns:a16="http://schemas.microsoft.com/office/drawing/2014/main" id="{9926E5AC-FC20-CD58-941F-EE1974BDA3E4}"/>
                </a:ext>
              </a:extLst>
            </p:cNvPr>
            <p:cNvSpPr>
              <a:spLocks/>
            </p:cNvSpPr>
            <p:nvPr/>
          </p:nvSpPr>
          <p:spPr>
            <a:xfrm>
              <a:off x="7975255" y="36343715"/>
              <a:ext cx="991837" cy="1117963"/>
            </a:xfrm>
            <a:prstGeom prst="ellipse">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1221" name="Minus Sign 1220">
              <a:extLst>
                <a:ext uri="{FF2B5EF4-FFF2-40B4-BE49-F238E27FC236}">
                  <a16:creationId xmlns:a16="http://schemas.microsoft.com/office/drawing/2014/main" id="{CE8CED05-9FEB-DFD6-6A27-82C8A9B21B72}"/>
                </a:ext>
              </a:extLst>
            </p:cNvPr>
            <p:cNvSpPr>
              <a:spLocks/>
            </p:cNvSpPr>
            <p:nvPr/>
          </p:nvSpPr>
          <p:spPr>
            <a:xfrm>
              <a:off x="8062385" y="36901080"/>
              <a:ext cx="819695" cy="53520"/>
            </a:xfrm>
            <a:prstGeom prst="mathMinus">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1222" name="Straight Arrow Connector 1221">
              <a:extLst>
                <a:ext uri="{FF2B5EF4-FFF2-40B4-BE49-F238E27FC236}">
                  <a16:creationId xmlns:a16="http://schemas.microsoft.com/office/drawing/2014/main" id="{46D70955-2A61-EEB6-E2B2-32F1BFFB8D78}"/>
                </a:ext>
              </a:extLst>
            </p:cNvPr>
            <p:cNvCxnSpPr>
              <a:cxnSpLocks/>
              <a:stCxn id="1220" idx="4"/>
              <a:endCxn id="1223" idx="0"/>
            </p:cNvCxnSpPr>
            <p:nvPr/>
          </p:nvCxnSpPr>
          <p:spPr>
            <a:xfrm flipH="1">
              <a:off x="8459117" y="37461678"/>
              <a:ext cx="12057" cy="349674"/>
            </a:xfrm>
            <a:prstGeom prst="straightConnector1">
              <a:avLst/>
            </a:prstGeom>
            <a:grpFill/>
            <a:ln w="38100" cap="flat" cmpd="sng" algn="ctr">
              <a:solidFill>
                <a:schemeClr val="tx1"/>
              </a:solidFill>
              <a:prstDash val="solid"/>
              <a:miter lim="800000"/>
              <a:tailEnd type="triangle"/>
            </a:ln>
            <a:effectLst/>
          </p:spPr>
        </p:cxnSp>
        <p:sp>
          <p:nvSpPr>
            <p:cNvPr id="1223" name="TextBox 1222">
              <a:extLst>
                <a:ext uri="{FF2B5EF4-FFF2-40B4-BE49-F238E27FC236}">
                  <a16:creationId xmlns:a16="http://schemas.microsoft.com/office/drawing/2014/main" id="{57FB1536-3C7C-A991-6B84-97717A757955}"/>
                </a:ext>
              </a:extLst>
            </p:cNvPr>
            <p:cNvSpPr txBox="1">
              <a:spLocks/>
            </p:cNvSpPr>
            <p:nvPr/>
          </p:nvSpPr>
          <p:spPr>
            <a:xfrm>
              <a:off x="6983673" y="37811352"/>
              <a:ext cx="2950887" cy="400110"/>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Change Map</a:t>
              </a:r>
            </a:p>
          </p:txBody>
        </p:sp>
        <p:sp>
          <p:nvSpPr>
            <p:cNvPr id="1225" name="TextBox 1224">
              <a:extLst>
                <a:ext uri="{FF2B5EF4-FFF2-40B4-BE49-F238E27FC236}">
                  <a16:creationId xmlns:a16="http://schemas.microsoft.com/office/drawing/2014/main" id="{BA2F575A-5634-E204-896C-2312C95B8C05}"/>
                </a:ext>
              </a:extLst>
            </p:cNvPr>
            <p:cNvSpPr txBox="1">
              <a:spLocks/>
            </p:cNvSpPr>
            <p:nvPr/>
          </p:nvSpPr>
          <p:spPr>
            <a:xfrm>
              <a:off x="11039886" y="35327329"/>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sp>
          <p:nvSpPr>
            <p:cNvPr id="1226" name="TextBox 1225">
              <a:extLst>
                <a:ext uri="{FF2B5EF4-FFF2-40B4-BE49-F238E27FC236}">
                  <a16:creationId xmlns:a16="http://schemas.microsoft.com/office/drawing/2014/main" id="{76FEF3B6-7F7C-425F-6598-FC2FD05161B3}"/>
                </a:ext>
              </a:extLst>
            </p:cNvPr>
            <p:cNvSpPr txBox="1">
              <a:spLocks/>
            </p:cNvSpPr>
            <p:nvPr/>
          </p:nvSpPr>
          <p:spPr>
            <a:xfrm>
              <a:off x="13556707" y="35351485"/>
              <a:ext cx="2339845" cy="707886"/>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Classification Map</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Date-1 </a:t>
              </a:r>
            </a:p>
          </p:txBody>
        </p:sp>
        <p:cxnSp>
          <p:nvCxnSpPr>
            <p:cNvPr id="1227" name="Connector: Elbow 1226">
              <a:extLst>
                <a:ext uri="{FF2B5EF4-FFF2-40B4-BE49-F238E27FC236}">
                  <a16:creationId xmlns:a16="http://schemas.microsoft.com/office/drawing/2014/main" id="{ED792115-D276-944D-874A-5FCCC5C2D5A7}"/>
                </a:ext>
              </a:extLst>
            </p:cNvPr>
            <p:cNvCxnSpPr>
              <a:cxnSpLocks/>
              <a:stCxn id="1225" idx="2"/>
              <a:endCxn id="1229" idx="2"/>
            </p:cNvCxnSpPr>
            <p:nvPr/>
          </p:nvCxnSpPr>
          <p:spPr>
            <a:xfrm rot="16200000" flipH="1">
              <a:off x="12197448" y="36047575"/>
              <a:ext cx="821763" cy="797041"/>
            </a:xfrm>
            <a:prstGeom prst="bentConnector2">
              <a:avLst/>
            </a:prstGeom>
            <a:grpFill/>
            <a:ln w="38100" cap="flat" cmpd="sng" algn="ctr">
              <a:solidFill>
                <a:schemeClr val="tx1"/>
              </a:solidFill>
              <a:prstDash val="solid"/>
              <a:miter lim="800000"/>
              <a:tailEnd type="triangle"/>
            </a:ln>
            <a:effectLst/>
          </p:spPr>
        </p:cxnSp>
        <p:cxnSp>
          <p:nvCxnSpPr>
            <p:cNvPr id="1228" name="Connector: Elbow 1227">
              <a:extLst>
                <a:ext uri="{FF2B5EF4-FFF2-40B4-BE49-F238E27FC236}">
                  <a16:creationId xmlns:a16="http://schemas.microsoft.com/office/drawing/2014/main" id="{A16C23A9-FC02-0A0F-A45C-3B130DC66BF4}"/>
                </a:ext>
              </a:extLst>
            </p:cNvPr>
            <p:cNvCxnSpPr>
              <a:cxnSpLocks/>
              <a:stCxn id="1226" idx="2"/>
              <a:endCxn id="1229" idx="6"/>
            </p:cNvCxnSpPr>
            <p:nvPr/>
          </p:nvCxnSpPr>
          <p:spPr>
            <a:xfrm rot="5400000">
              <a:off x="13963856" y="36094203"/>
              <a:ext cx="797607" cy="727943"/>
            </a:xfrm>
            <a:prstGeom prst="bentConnector2">
              <a:avLst/>
            </a:prstGeom>
            <a:grpFill/>
            <a:ln w="38100" cap="flat" cmpd="sng" algn="ctr">
              <a:solidFill>
                <a:schemeClr val="tx1"/>
              </a:solidFill>
              <a:prstDash val="solid"/>
              <a:miter lim="800000"/>
              <a:tailEnd type="triangle"/>
            </a:ln>
            <a:effectLst/>
          </p:spPr>
        </p:cxnSp>
        <p:sp>
          <p:nvSpPr>
            <p:cNvPr id="1229" name="Oval 1228">
              <a:extLst>
                <a:ext uri="{FF2B5EF4-FFF2-40B4-BE49-F238E27FC236}">
                  <a16:creationId xmlns:a16="http://schemas.microsoft.com/office/drawing/2014/main" id="{39DC0FB3-1836-2520-EE0B-3EA1A6F562D3}"/>
                </a:ext>
              </a:extLst>
            </p:cNvPr>
            <p:cNvSpPr>
              <a:spLocks/>
            </p:cNvSpPr>
            <p:nvPr/>
          </p:nvSpPr>
          <p:spPr>
            <a:xfrm>
              <a:off x="13006850" y="36297996"/>
              <a:ext cx="991837" cy="1117963"/>
            </a:xfrm>
            <a:prstGeom prst="ellipse">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230" name="Minus Sign 1229">
              <a:extLst>
                <a:ext uri="{FF2B5EF4-FFF2-40B4-BE49-F238E27FC236}">
                  <a16:creationId xmlns:a16="http://schemas.microsoft.com/office/drawing/2014/main" id="{70A61F80-B1C5-056B-F7C8-98AFBB1B5E04}"/>
                </a:ext>
              </a:extLst>
            </p:cNvPr>
            <p:cNvSpPr>
              <a:spLocks/>
            </p:cNvSpPr>
            <p:nvPr/>
          </p:nvSpPr>
          <p:spPr>
            <a:xfrm>
              <a:off x="13070659" y="36867994"/>
              <a:ext cx="819695" cy="91439"/>
            </a:xfrm>
            <a:prstGeom prst="mathMinus">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cxnSp>
          <p:nvCxnSpPr>
            <p:cNvPr id="1231" name="Straight Arrow Connector 1230">
              <a:extLst>
                <a:ext uri="{FF2B5EF4-FFF2-40B4-BE49-F238E27FC236}">
                  <a16:creationId xmlns:a16="http://schemas.microsoft.com/office/drawing/2014/main" id="{191BD717-52AA-4685-8BFE-2809791E2F2D}"/>
                </a:ext>
              </a:extLst>
            </p:cNvPr>
            <p:cNvCxnSpPr>
              <a:cxnSpLocks/>
              <a:stCxn id="1229" idx="4"/>
              <a:endCxn id="1232" idx="0"/>
            </p:cNvCxnSpPr>
            <p:nvPr/>
          </p:nvCxnSpPr>
          <p:spPr>
            <a:xfrm flipH="1">
              <a:off x="13494628" y="37415959"/>
              <a:ext cx="8141" cy="400409"/>
            </a:xfrm>
            <a:prstGeom prst="straightConnector1">
              <a:avLst/>
            </a:prstGeom>
            <a:grpFill/>
            <a:ln w="38100" cap="flat" cmpd="sng" algn="ctr">
              <a:solidFill>
                <a:schemeClr val="tx1"/>
              </a:solidFill>
              <a:prstDash val="solid"/>
              <a:miter lim="800000"/>
              <a:tailEnd type="triangle"/>
            </a:ln>
            <a:effectLst/>
          </p:spPr>
        </p:cxnSp>
        <p:sp>
          <p:nvSpPr>
            <p:cNvPr id="1232" name="TextBox 1231">
              <a:extLst>
                <a:ext uri="{FF2B5EF4-FFF2-40B4-BE49-F238E27FC236}">
                  <a16:creationId xmlns:a16="http://schemas.microsoft.com/office/drawing/2014/main" id="{010CCEB8-01FE-973C-6383-1DF84DCBE3E7}"/>
                </a:ext>
              </a:extLst>
            </p:cNvPr>
            <p:cNvSpPr txBox="1">
              <a:spLocks/>
            </p:cNvSpPr>
            <p:nvPr/>
          </p:nvSpPr>
          <p:spPr>
            <a:xfrm>
              <a:off x="12019184" y="37816368"/>
              <a:ext cx="2950887" cy="400110"/>
            </a:xfrm>
            <a:prstGeom prst="rect">
              <a:avLst/>
            </a:prstGeom>
            <a:grpFill/>
            <a:ln w="38100">
              <a:solidFill>
                <a:schemeClr val="tx1"/>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cs typeface="+mn-cs"/>
                </a:rPr>
                <a:t>Change Map</a:t>
              </a:r>
            </a:p>
          </p:txBody>
        </p:sp>
        <p:sp>
          <p:nvSpPr>
            <p:cNvPr id="1233" name="TextBox 1232">
              <a:extLst>
                <a:ext uri="{FF2B5EF4-FFF2-40B4-BE49-F238E27FC236}">
                  <a16:creationId xmlns:a16="http://schemas.microsoft.com/office/drawing/2014/main" id="{9C508F12-E701-D814-651D-2EC6C326E647}"/>
                </a:ext>
              </a:extLst>
            </p:cNvPr>
            <p:cNvSpPr txBox="1">
              <a:spLocks/>
            </p:cNvSpPr>
            <p:nvPr/>
          </p:nvSpPr>
          <p:spPr>
            <a:xfrm>
              <a:off x="6719698" y="39026477"/>
              <a:ext cx="3478837" cy="707886"/>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Compare with Reference Image</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(Google Earth)</a:t>
              </a:r>
            </a:p>
          </p:txBody>
        </p:sp>
        <p:cxnSp>
          <p:nvCxnSpPr>
            <p:cNvPr id="1234" name="Straight Arrow Connector 1233">
              <a:extLst>
                <a:ext uri="{FF2B5EF4-FFF2-40B4-BE49-F238E27FC236}">
                  <a16:creationId xmlns:a16="http://schemas.microsoft.com/office/drawing/2014/main" id="{F06FAB3C-1C22-4DD3-FA2C-A015D78DF504}"/>
                </a:ext>
              </a:extLst>
            </p:cNvPr>
            <p:cNvCxnSpPr>
              <a:cxnSpLocks/>
              <a:stCxn id="1214" idx="2"/>
              <a:endCxn id="1233" idx="0"/>
            </p:cNvCxnSpPr>
            <p:nvPr/>
          </p:nvCxnSpPr>
          <p:spPr>
            <a:xfrm>
              <a:off x="3466070" y="38245901"/>
              <a:ext cx="4993047" cy="780576"/>
            </a:xfrm>
            <a:prstGeom prst="straightConnector1">
              <a:avLst/>
            </a:prstGeom>
            <a:grpFill/>
            <a:ln w="38100" cap="flat" cmpd="sng" algn="ctr">
              <a:solidFill>
                <a:schemeClr val="tx1"/>
              </a:solidFill>
              <a:prstDash val="solid"/>
              <a:miter lim="800000"/>
              <a:tailEnd type="triangle"/>
            </a:ln>
            <a:effectLst/>
          </p:spPr>
        </p:cxnSp>
        <p:cxnSp>
          <p:nvCxnSpPr>
            <p:cNvPr id="1235" name="Straight Arrow Connector 1234">
              <a:extLst>
                <a:ext uri="{FF2B5EF4-FFF2-40B4-BE49-F238E27FC236}">
                  <a16:creationId xmlns:a16="http://schemas.microsoft.com/office/drawing/2014/main" id="{90B61EDE-95AB-82FE-C99D-08354494CD65}"/>
                </a:ext>
              </a:extLst>
            </p:cNvPr>
            <p:cNvCxnSpPr>
              <a:cxnSpLocks/>
              <a:stCxn id="1223" idx="2"/>
              <a:endCxn id="1233" idx="0"/>
            </p:cNvCxnSpPr>
            <p:nvPr/>
          </p:nvCxnSpPr>
          <p:spPr>
            <a:xfrm>
              <a:off x="8459117" y="38211462"/>
              <a:ext cx="0" cy="815015"/>
            </a:xfrm>
            <a:prstGeom prst="straightConnector1">
              <a:avLst/>
            </a:prstGeom>
            <a:grpFill/>
            <a:ln w="38100" cap="flat" cmpd="sng" algn="ctr">
              <a:solidFill>
                <a:schemeClr val="tx1"/>
              </a:solidFill>
              <a:prstDash val="solid"/>
              <a:miter lim="800000"/>
              <a:tailEnd type="triangle"/>
            </a:ln>
            <a:effectLst/>
          </p:spPr>
        </p:cxnSp>
        <p:cxnSp>
          <p:nvCxnSpPr>
            <p:cNvPr id="1236" name="Straight Arrow Connector 1235">
              <a:extLst>
                <a:ext uri="{FF2B5EF4-FFF2-40B4-BE49-F238E27FC236}">
                  <a16:creationId xmlns:a16="http://schemas.microsoft.com/office/drawing/2014/main" id="{5447292C-F7B9-399E-323E-FE7CBF8621A1}"/>
                </a:ext>
              </a:extLst>
            </p:cNvPr>
            <p:cNvCxnSpPr>
              <a:cxnSpLocks/>
              <a:stCxn id="1232" idx="2"/>
              <a:endCxn id="1233" idx="0"/>
            </p:cNvCxnSpPr>
            <p:nvPr/>
          </p:nvCxnSpPr>
          <p:spPr>
            <a:xfrm flipH="1">
              <a:off x="8459117" y="38216478"/>
              <a:ext cx="5035511" cy="809999"/>
            </a:xfrm>
            <a:prstGeom prst="straightConnector1">
              <a:avLst/>
            </a:prstGeom>
            <a:grpFill/>
            <a:ln w="38100" cap="flat" cmpd="sng" algn="ctr">
              <a:solidFill>
                <a:schemeClr val="tx1"/>
              </a:solidFill>
              <a:prstDash val="solid"/>
              <a:miter lim="800000"/>
              <a:tailEnd type="triangle"/>
            </a:ln>
            <a:effectLst/>
          </p:spPr>
        </p:cxnSp>
        <p:sp>
          <p:nvSpPr>
            <p:cNvPr id="1237" name="TextBox 1236">
              <a:extLst>
                <a:ext uri="{FF2B5EF4-FFF2-40B4-BE49-F238E27FC236}">
                  <a16:creationId xmlns:a16="http://schemas.microsoft.com/office/drawing/2014/main" id="{C5449A62-2084-185A-9725-CED24CA6115D}"/>
                </a:ext>
              </a:extLst>
            </p:cNvPr>
            <p:cNvSpPr txBox="1">
              <a:spLocks/>
            </p:cNvSpPr>
            <p:nvPr/>
          </p:nvSpPr>
          <p:spPr>
            <a:xfrm>
              <a:off x="7469102" y="39966152"/>
              <a:ext cx="1980029" cy="400110"/>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Confusion Matrix</a:t>
              </a:r>
            </a:p>
          </p:txBody>
        </p:sp>
        <p:sp>
          <p:nvSpPr>
            <p:cNvPr id="1238" name="TextBox 1237">
              <a:extLst>
                <a:ext uri="{FF2B5EF4-FFF2-40B4-BE49-F238E27FC236}">
                  <a16:creationId xmlns:a16="http://schemas.microsoft.com/office/drawing/2014/main" id="{40E81BE4-2891-807E-D42A-D6C164EA64D9}"/>
                </a:ext>
              </a:extLst>
            </p:cNvPr>
            <p:cNvSpPr txBox="1">
              <a:spLocks/>
            </p:cNvSpPr>
            <p:nvPr/>
          </p:nvSpPr>
          <p:spPr>
            <a:xfrm>
              <a:off x="7901956" y="40598051"/>
              <a:ext cx="1124026" cy="400110"/>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Accuracy</a:t>
              </a:r>
            </a:p>
          </p:txBody>
        </p:sp>
        <p:cxnSp>
          <p:nvCxnSpPr>
            <p:cNvPr id="1239" name="Straight Arrow Connector 1238">
              <a:extLst>
                <a:ext uri="{FF2B5EF4-FFF2-40B4-BE49-F238E27FC236}">
                  <a16:creationId xmlns:a16="http://schemas.microsoft.com/office/drawing/2014/main" id="{2BC2FE6E-9FBF-0DCD-7CAD-3C64D930C124}"/>
                </a:ext>
              </a:extLst>
            </p:cNvPr>
            <p:cNvCxnSpPr>
              <a:cxnSpLocks/>
              <a:stCxn id="1233" idx="2"/>
              <a:endCxn id="1237" idx="0"/>
            </p:cNvCxnSpPr>
            <p:nvPr/>
          </p:nvCxnSpPr>
          <p:spPr>
            <a:xfrm>
              <a:off x="8459117" y="39734363"/>
              <a:ext cx="0" cy="231789"/>
            </a:xfrm>
            <a:prstGeom prst="straightConnector1">
              <a:avLst/>
            </a:prstGeom>
            <a:grpFill/>
            <a:ln w="38100" cap="flat" cmpd="sng" algn="ctr">
              <a:solidFill>
                <a:schemeClr val="tx1"/>
              </a:solidFill>
              <a:prstDash val="solid"/>
              <a:miter lim="800000"/>
              <a:tailEnd type="triangle"/>
            </a:ln>
            <a:effectLst/>
          </p:spPr>
        </p:cxnSp>
        <p:cxnSp>
          <p:nvCxnSpPr>
            <p:cNvPr id="1240" name="Straight Arrow Connector 1239">
              <a:extLst>
                <a:ext uri="{FF2B5EF4-FFF2-40B4-BE49-F238E27FC236}">
                  <a16:creationId xmlns:a16="http://schemas.microsoft.com/office/drawing/2014/main" id="{8B02C060-5C2F-4D41-C2A2-6B0BC8569D18}"/>
                </a:ext>
              </a:extLst>
            </p:cNvPr>
            <p:cNvCxnSpPr>
              <a:cxnSpLocks/>
              <a:stCxn id="1237" idx="2"/>
              <a:endCxn id="1238" idx="0"/>
            </p:cNvCxnSpPr>
            <p:nvPr/>
          </p:nvCxnSpPr>
          <p:spPr>
            <a:xfrm>
              <a:off x="8459117" y="40366262"/>
              <a:ext cx="4852" cy="231789"/>
            </a:xfrm>
            <a:prstGeom prst="straightConnector1">
              <a:avLst/>
            </a:prstGeom>
            <a:grpFill/>
            <a:ln w="38100" cap="flat" cmpd="sng" algn="ctr">
              <a:solidFill>
                <a:schemeClr val="tx1"/>
              </a:solidFill>
              <a:prstDash val="solid"/>
              <a:miter lim="800000"/>
              <a:tailEnd type="triangle"/>
            </a:ln>
            <a:effectLst/>
          </p:spPr>
        </p:cxnSp>
        <p:sp>
          <p:nvSpPr>
            <p:cNvPr id="1249" name="TextBox 1248">
              <a:extLst>
                <a:ext uri="{FF2B5EF4-FFF2-40B4-BE49-F238E27FC236}">
                  <a16:creationId xmlns:a16="http://schemas.microsoft.com/office/drawing/2014/main" id="{15217FFF-8838-68DE-33FF-A9826371D15C}"/>
                </a:ext>
              </a:extLst>
            </p:cNvPr>
            <p:cNvSpPr txBox="1">
              <a:spLocks/>
            </p:cNvSpPr>
            <p:nvPr/>
          </p:nvSpPr>
          <p:spPr>
            <a:xfrm>
              <a:off x="1822279" y="34234604"/>
              <a:ext cx="3170993" cy="400110"/>
            </a:xfrm>
            <a:prstGeom prst="rect">
              <a:avLst/>
            </a:prstGeom>
            <a:grpFill/>
            <a:ln w="38100" cap="flat" cmpd="sng" algn="ctr">
              <a:solidFill>
                <a:schemeClr val="tx1"/>
              </a:solidFill>
              <a:prstDash val="solid"/>
              <a:miter lim="800000"/>
            </a:ln>
            <a:effectLst/>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Support Vector Machine</a:t>
              </a:r>
            </a:p>
          </p:txBody>
        </p:sp>
        <p:sp>
          <p:nvSpPr>
            <p:cNvPr id="1250" name="TextBox 1249">
              <a:extLst>
                <a:ext uri="{FF2B5EF4-FFF2-40B4-BE49-F238E27FC236}">
                  <a16:creationId xmlns:a16="http://schemas.microsoft.com/office/drawing/2014/main" id="{95441BF3-3051-FFD4-1D22-5964D6324AC5}"/>
                </a:ext>
              </a:extLst>
            </p:cNvPr>
            <p:cNvSpPr txBox="1">
              <a:spLocks/>
            </p:cNvSpPr>
            <p:nvPr/>
          </p:nvSpPr>
          <p:spPr>
            <a:xfrm>
              <a:off x="7120156" y="34192202"/>
              <a:ext cx="2063171" cy="400110"/>
            </a:xfrm>
            <a:prstGeom prst="rect">
              <a:avLst/>
            </a:prstGeom>
            <a:grpFill/>
            <a:ln w="38100" cap="flat" cmpd="sng" algn="ctr">
              <a:solidFill>
                <a:schemeClr val="tx1"/>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Random Forest</a:t>
              </a:r>
            </a:p>
          </p:txBody>
        </p:sp>
        <p:sp>
          <p:nvSpPr>
            <p:cNvPr id="1251" name="TextBox 1250">
              <a:extLst>
                <a:ext uri="{FF2B5EF4-FFF2-40B4-BE49-F238E27FC236}">
                  <a16:creationId xmlns:a16="http://schemas.microsoft.com/office/drawing/2014/main" id="{E1B46B56-F5EB-67F2-57D0-B80B3A4F8C08}"/>
                </a:ext>
              </a:extLst>
            </p:cNvPr>
            <p:cNvSpPr txBox="1">
              <a:spLocks/>
            </p:cNvSpPr>
            <p:nvPr/>
          </p:nvSpPr>
          <p:spPr>
            <a:xfrm>
              <a:off x="11478303" y="34234604"/>
              <a:ext cx="2809810" cy="400110"/>
            </a:xfrm>
            <a:prstGeom prst="rect">
              <a:avLst/>
            </a:prstGeom>
            <a:grpFill/>
            <a:ln w="38100" cap="flat" cmpd="sng" algn="ctr">
              <a:solidFill>
                <a:schemeClr val="tx1"/>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Deep Neural Network</a:t>
              </a:r>
            </a:p>
          </p:txBody>
        </p:sp>
        <p:sp>
          <p:nvSpPr>
            <p:cNvPr id="1252" name="TextBox 1251">
              <a:extLst>
                <a:ext uri="{FF2B5EF4-FFF2-40B4-BE49-F238E27FC236}">
                  <a16:creationId xmlns:a16="http://schemas.microsoft.com/office/drawing/2014/main" id="{07977518-1292-FEAD-2C27-C076DB2F61F0}"/>
                </a:ext>
              </a:extLst>
            </p:cNvPr>
            <p:cNvSpPr txBox="1">
              <a:spLocks/>
            </p:cNvSpPr>
            <p:nvPr/>
          </p:nvSpPr>
          <p:spPr>
            <a:xfrm>
              <a:off x="6703073" y="32766286"/>
              <a:ext cx="2898549" cy="707886"/>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Calculate Spectral Indices </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and merge in bands</a:t>
              </a:r>
            </a:p>
          </p:txBody>
        </p:sp>
        <p:cxnSp>
          <p:nvCxnSpPr>
            <p:cNvPr id="1253" name="Straight Arrow Connector 1252">
              <a:extLst>
                <a:ext uri="{FF2B5EF4-FFF2-40B4-BE49-F238E27FC236}">
                  <a16:creationId xmlns:a16="http://schemas.microsoft.com/office/drawing/2014/main" id="{DEA351E9-BB6E-B0A5-5922-DA552935BC5F}"/>
                </a:ext>
              </a:extLst>
            </p:cNvPr>
            <p:cNvCxnSpPr>
              <a:cxnSpLocks/>
              <a:stCxn id="1252" idx="2"/>
              <a:endCxn id="1250" idx="0"/>
            </p:cNvCxnSpPr>
            <p:nvPr/>
          </p:nvCxnSpPr>
          <p:spPr>
            <a:xfrm flipH="1">
              <a:off x="8151742" y="33474172"/>
              <a:ext cx="606" cy="718030"/>
            </a:xfrm>
            <a:prstGeom prst="straightConnector1">
              <a:avLst/>
            </a:prstGeom>
            <a:grpFill/>
            <a:ln w="38100" cap="flat" cmpd="sng" algn="ctr">
              <a:solidFill>
                <a:schemeClr val="tx1"/>
              </a:solidFill>
              <a:prstDash val="solid"/>
              <a:miter lim="800000"/>
              <a:tailEnd type="triangle"/>
            </a:ln>
            <a:effectLst/>
          </p:spPr>
        </p:cxnSp>
        <p:sp>
          <p:nvSpPr>
            <p:cNvPr id="1254" name="TextBox 1253">
              <a:extLst>
                <a:ext uri="{FF2B5EF4-FFF2-40B4-BE49-F238E27FC236}">
                  <a16:creationId xmlns:a16="http://schemas.microsoft.com/office/drawing/2014/main" id="{8E300952-59E9-8E01-EB96-2E332CEBC14D}"/>
                </a:ext>
              </a:extLst>
            </p:cNvPr>
            <p:cNvSpPr txBox="1">
              <a:spLocks/>
            </p:cNvSpPr>
            <p:nvPr/>
          </p:nvSpPr>
          <p:spPr>
            <a:xfrm>
              <a:off x="7707552" y="32133872"/>
              <a:ext cx="888385" cy="400110"/>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Subset</a:t>
              </a:r>
            </a:p>
          </p:txBody>
        </p:sp>
        <p:sp>
          <p:nvSpPr>
            <p:cNvPr id="1255" name="TextBox 1254">
              <a:extLst>
                <a:ext uri="{FF2B5EF4-FFF2-40B4-BE49-F238E27FC236}">
                  <a16:creationId xmlns:a16="http://schemas.microsoft.com/office/drawing/2014/main" id="{AC3F172F-A896-541D-8CA4-2E4F481033BF}"/>
                </a:ext>
              </a:extLst>
            </p:cNvPr>
            <p:cNvSpPr txBox="1">
              <a:spLocks/>
            </p:cNvSpPr>
            <p:nvPr/>
          </p:nvSpPr>
          <p:spPr>
            <a:xfrm>
              <a:off x="7456680" y="31482366"/>
              <a:ext cx="1390124" cy="400110"/>
            </a:xfrm>
            <a:prstGeom prst="rect">
              <a:avLst/>
            </a:prstGeom>
            <a:grpFill/>
            <a:ln w="38100" cap="flat" cmpd="sng" algn="ctr">
              <a:solidFill>
                <a:schemeClr val="tx1"/>
              </a:solidFill>
              <a:prstDash val="solid"/>
              <a:miter lim="800000"/>
            </a:ln>
            <a:effectLst/>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Resampling</a:t>
              </a:r>
            </a:p>
          </p:txBody>
        </p:sp>
        <p:sp>
          <p:nvSpPr>
            <p:cNvPr id="1256" name="TextBox 1255">
              <a:extLst>
                <a:ext uri="{FF2B5EF4-FFF2-40B4-BE49-F238E27FC236}">
                  <a16:creationId xmlns:a16="http://schemas.microsoft.com/office/drawing/2014/main" id="{12DA2AC5-269C-3773-0908-EC0130987727}"/>
                </a:ext>
              </a:extLst>
            </p:cNvPr>
            <p:cNvSpPr txBox="1">
              <a:spLocks/>
            </p:cNvSpPr>
            <p:nvPr/>
          </p:nvSpPr>
          <p:spPr>
            <a:xfrm>
              <a:off x="7255495" y="30786589"/>
              <a:ext cx="1792495" cy="400110"/>
            </a:xfrm>
            <a:prstGeom prst="rect">
              <a:avLst/>
            </a:prstGeom>
            <a:grpFill/>
            <a:ln w="38100" cap="flat" cmpd="sng" algn="ctr">
              <a:solidFill>
                <a:schemeClr val="tx1"/>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sysClr val="windowText" lastClr="000000"/>
                  </a:solidFill>
                  <a:effectLst/>
                  <a:uLnTx/>
                  <a:uFillTx/>
                  <a:latin typeface="Calibri" panose="020F0502020204030204"/>
                  <a:ea typeface="+mn-ea"/>
                  <a:cs typeface="+mn-cs"/>
                </a:rPr>
                <a:t>Reprojection</a:t>
              </a:r>
            </a:p>
          </p:txBody>
        </p:sp>
        <p:sp>
          <p:nvSpPr>
            <p:cNvPr id="1257" name="Flowchart: Multidocument 1256">
              <a:extLst>
                <a:ext uri="{FF2B5EF4-FFF2-40B4-BE49-F238E27FC236}">
                  <a16:creationId xmlns:a16="http://schemas.microsoft.com/office/drawing/2014/main" id="{4D8B6D32-CAB7-E871-EB20-50C22D6C213F}"/>
                </a:ext>
              </a:extLst>
            </p:cNvPr>
            <p:cNvSpPr>
              <a:spLocks/>
            </p:cNvSpPr>
            <p:nvPr/>
          </p:nvSpPr>
          <p:spPr>
            <a:xfrm>
              <a:off x="6248969" y="29039156"/>
              <a:ext cx="4420296" cy="1489735"/>
            </a:xfrm>
            <a:prstGeom prst="flowChartMultidocument">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258" name="Rectangle 1257">
              <a:extLst>
                <a:ext uri="{FF2B5EF4-FFF2-40B4-BE49-F238E27FC236}">
                  <a16:creationId xmlns:a16="http://schemas.microsoft.com/office/drawing/2014/main" id="{358AC786-B026-A3C3-D65C-A6CE365018DD}"/>
                </a:ext>
              </a:extLst>
            </p:cNvPr>
            <p:cNvSpPr>
              <a:spLocks/>
            </p:cNvSpPr>
            <p:nvPr/>
          </p:nvSpPr>
          <p:spPr>
            <a:xfrm>
              <a:off x="6183658" y="29481547"/>
              <a:ext cx="4053041" cy="707886"/>
            </a:xfrm>
            <a:prstGeom prst="rect">
              <a:avLst/>
            </a:prstGeom>
            <a:grpFill/>
            <a:ln w="38100">
              <a:noFill/>
            </a:ln>
          </p:spPr>
          <p:txBody>
            <a:bodyPr wrap="square">
              <a:spAutoFit/>
            </a:bodyPr>
            <a:lstStyle/>
            <a:p>
              <a:pPr algn="ctr" defTabSz="457200" fontAlgn="auto">
                <a:spcBef>
                  <a:spcPts val="0"/>
                </a:spcBef>
                <a:spcAft>
                  <a:spcPts val="0"/>
                </a:spcAft>
              </a:pPr>
              <a:r>
                <a:rPr lang="en-IN" sz="2000" dirty="0">
                  <a:solidFill>
                    <a:sysClr val="windowText" lastClr="000000"/>
                  </a:solidFill>
                  <a:latin typeface="Calibri" panose="020F0502020204030204"/>
                  <a:cs typeface="+mn-cs"/>
                </a:rPr>
                <a:t>Sentinel 2 </a:t>
              </a:r>
            </a:p>
            <a:p>
              <a:pPr algn="ctr" defTabSz="457200" fontAlgn="auto">
                <a:spcBef>
                  <a:spcPts val="0"/>
                </a:spcBef>
                <a:spcAft>
                  <a:spcPts val="0"/>
                </a:spcAft>
              </a:pPr>
              <a:r>
                <a:rPr lang="en-IN" sz="2000" dirty="0">
                  <a:solidFill>
                    <a:sysClr val="windowText" lastClr="000000"/>
                  </a:solidFill>
                  <a:latin typeface="Calibri" panose="020F0502020204030204"/>
                  <a:cs typeface="+mn-cs"/>
                </a:rPr>
                <a:t>(Temporal Data, 10m, 13 bands)</a:t>
              </a:r>
            </a:p>
          </p:txBody>
        </p:sp>
        <p:cxnSp>
          <p:nvCxnSpPr>
            <p:cNvPr id="1259" name="Straight Arrow Connector 1258">
              <a:extLst>
                <a:ext uri="{FF2B5EF4-FFF2-40B4-BE49-F238E27FC236}">
                  <a16:creationId xmlns:a16="http://schemas.microsoft.com/office/drawing/2014/main" id="{5DBA840F-DE4A-7FC0-0CBD-BC92F67AB835}"/>
                </a:ext>
              </a:extLst>
            </p:cNvPr>
            <p:cNvCxnSpPr>
              <a:cxnSpLocks/>
              <a:stCxn id="1254" idx="2"/>
              <a:endCxn id="1252" idx="0"/>
            </p:cNvCxnSpPr>
            <p:nvPr/>
          </p:nvCxnSpPr>
          <p:spPr>
            <a:xfrm>
              <a:off x="8151745" y="32533982"/>
              <a:ext cx="603" cy="232304"/>
            </a:xfrm>
            <a:prstGeom prst="straightConnector1">
              <a:avLst/>
            </a:prstGeom>
            <a:grpFill/>
            <a:ln w="38100" cap="flat" cmpd="sng" algn="ctr">
              <a:solidFill>
                <a:schemeClr val="tx1"/>
              </a:solidFill>
              <a:prstDash val="solid"/>
              <a:miter lim="800000"/>
              <a:tailEnd type="triangle"/>
            </a:ln>
            <a:effectLst/>
          </p:spPr>
        </p:cxnSp>
        <p:cxnSp>
          <p:nvCxnSpPr>
            <p:cNvPr id="1260" name="Straight Arrow Connector 1259">
              <a:extLst>
                <a:ext uri="{FF2B5EF4-FFF2-40B4-BE49-F238E27FC236}">
                  <a16:creationId xmlns:a16="http://schemas.microsoft.com/office/drawing/2014/main" id="{AAED64F4-ADEB-857C-F7C1-AAF6F499FE0A}"/>
                </a:ext>
              </a:extLst>
            </p:cNvPr>
            <p:cNvCxnSpPr>
              <a:cxnSpLocks/>
              <a:stCxn id="1255" idx="2"/>
              <a:endCxn id="1254" idx="0"/>
            </p:cNvCxnSpPr>
            <p:nvPr/>
          </p:nvCxnSpPr>
          <p:spPr>
            <a:xfrm>
              <a:off x="8151742" y="31882476"/>
              <a:ext cx="3" cy="251396"/>
            </a:xfrm>
            <a:prstGeom prst="straightConnector1">
              <a:avLst/>
            </a:prstGeom>
            <a:grpFill/>
            <a:ln w="38100" cap="flat" cmpd="sng" algn="ctr">
              <a:solidFill>
                <a:schemeClr val="tx1"/>
              </a:solidFill>
              <a:prstDash val="solid"/>
              <a:miter lim="800000"/>
              <a:tailEnd type="triangle"/>
            </a:ln>
            <a:effectLst/>
          </p:spPr>
        </p:cxnSp>
        <p:cxnSp>
          <p:nvCxnSpPr>
            <p:cNvPr id="1261" name="Straight Arrow Connector 1260">
              <a:extLst>
                <a:ext uri="{FF2B5EF4-FFF2-40B4-BE49-F238E27FC236}">
                  <a16:creationId xmlns:a16="http://schemas.microsoft.com/office/drawing/2014/main" id="{3D9F48DD-F3A2-8898-E0A5-4749269CFEED}"/>
                </a:ext>
              </a:extLst>
            </p:cNvPr>
            <p:cNvCxnSpPr>
              <a:cxnSpLocks/>
              <a:stCxn id="1256" idx="2"/>
              <a:endCxn id="1255" idx="0"/>
            </p:cNvCxnSpPr>
            <p:nvPr/>
          </p:nvCxnSpPr>
          <p:spPr>
            <a:xfrm flipH="1">
              <a:off x="8151742" y="31186699"/>
              <a:ext cx="1" cy="295667"/>
            </a:xfrm>
            <a:prstGeom prst="straightConnector1">
              <a:avLst/>
            </a:prstGeom>
            <a:grpFill/>
            <a:ln w="38100" cap="flat" cmpd="sng" algn="ctr">
              <a:solidFill>
                <a:schemeClr val="tx1"/>
              </a:solidFill>
              <a:prstDash val="solid"/>
              <a:miter lim="800000"/>
              <a:tailEnd type="triangle"/>
            </a:ln>
            <a:effectLst/>
          </p:spPr>
        </p:cxnSp>
        <p:cxnSp>
          <p:nvCxnSpPr>
            <p:cNvPr id="1262" name="Straight Arrow Connector 1261">
              <a:extLst>
                <a:ext uri="{FF2B5EF4-FFF2-40B4-BE49-F238E27FC236}">
                  <a16:creationId xmlns:a16="http://schemas.microsoft.com/office/drawing/2014/main" id="{72CD7F17-1B39-C6B9-49AC-DD78E32F9207}"/>
                </a:ext>
              </a:extLst>
            </p:cNvPr>
            <p:cNvCxnSpPr>
              <a:cxnSpLocks/>
              <a:stCxn id="1257" idx="2"/>
              <a:endCxn id="1256" idx="0"/>
            </p:cNvCxnSpPr>
            <p:nvPr/>
          </p:nvCxnSpPr>
          <p:spPr>
            <a:xfrm>
              <a:off x="8151743" y="30472474"/>
              <a:ext cx="0" cy="314115"/>
            </a:xfrm>
            <a:prstGeom prst="straightConnector1">
              <a:avLst/>
            </a:prstGeom>
            <a:grpFill/>
            <a:ln w="38100" cap="flat" cmpd="sng" algn="ctr">
              <a:solidFill>
                <a:schemeClr val="tx1"/>
              </a:solidFill>
              <a:prstDash val="solid"/>
              <a:miter lim="800000"/>
              <a:tailEnd type="triangle"/>
            </a:ln>
            <a:effectLst/>
          </p:spPr>
        </p:cxnSp>
        <p:sp>
          <p:nvSpPr>
            <p:cNvPr id="1410" name="Right Brace 1409">
              <a:extLst>
                <a:ext uri="{FF2B5EF4-FFF2-40B4-BE49-F238E27FC236}">
                  <a16:creationId xmlns:a16="http://schemas.microsoft.com/office/drawing/2014/main" id="{BECD2CA2-60B4-A4C7-F89E-97D221E99F79}"/>
                </a:ext>
              </a:extLst>
            </p:cNvPr>
            <p:cNvSpPr/>
            <p:nvPr/>
          </p:nvSpPr>
          <p:spPr>
            <a:xfrm rot="16200000">
              <a:off x="7780344" y="29014441"/>
              <a:ext cx="780575" cy="9621640"/>
            </a:xfrm>
            <a:prstGeom prst="rightBrace">
              <a:avLst>
                <a:gd name="adj1" fmla="val 39387"/>
                <a:gd name="adj2" fmla="val 49703"/>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200">
                <a:solidFill>
                  <a:sysClr val="windowText" lastClr="000000"/>
                </a:solidFill>
              </a:endParaRPr>
            </a:p>
          </p:txBody>
        </p:sp>
        <p:sp>
          <p:nvSpPr>
            <p:cNvPr id="1418" name="Right Brace 1417">
              <a:extLst>
                <a:ext uri="{FF2B5EF4-FFF2-40B4-BE49-F238E27FC236}">
                  <a16:creationId xmlns:a16="http://schemas.microsoft.com/office/drawing/2014/main" id="{C0509BE1-97A6-D829-17BC-F8761FB4CE91}"/>
                </a:ext>
              </a:extLst>
            </p:cNvPr>
            <p:cNvSpPr>
              <a:spLocks/>
            </p:cNvSpPr>
            <p:nvPr/>
          </p:nvSpPr>
          <p:spPr>
            <a:xfrm rot="16200000">
              <a:off x="7806082" y="33793803"/>
              <a:ext cx="711601" cy="2328511"/>
            </a:xfrm>
            <a:prstGeom prst="rightBrace">
              <a:avLst>
                <a:gd name="adj1" fmla="val 39387"/>
                <a:gd name="adj2" fmla="val 50098"/>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419" name="Right Brace 1418">
              <a:extLst>
                <a:ext uri="{FF2B5EF4-FFF2-40B4-BE49-F238E27FC236}">
                  <a16:creationId xmlns:a16="http://schemas.microsoft.com/office/drawing/2014/main" id="{BC2A59FE-D1CF-31D8-DDBA-9DB513E534A5}"/>
                </a:ext>
              </a:extLst>
            </p:cNvPr>
            <p:cNvSpPr>
              <a:spLocks/>
            </p:cNvSpPr>
            <p:nvPr/>
          </p:nvSpPr>
          <p:spPr>
            <a:xfrm rot="16200000">
              <a:off x="13121570" y="33814736"/>
              <a:ext cx="711601" cy="2328511"/>
            </a:xfrm>
            <a:prstGeom prst="rightBrace">
              <a:avLst>
                <a:gd name="adj1" fmla="val 39387"/>
                <a:gd name="adj2" fmla="val 50098"/>
              </a:avLst>
            </a:prstGeom>
            <a:grpFill/>
            <a:ln w="38100" cap="flat" cmpd="sng" algn="ctr">
              <a:solidFill>
                <a:schemeClr val="tx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grpSp>
      <p:sp>
        <p:nvSpPr>
          <p:cNvPr id="1518" name="TextBox 1517">
            <a:extLst>
              <a:ext uri="{FF2B5EF4-FFF2-40B4-BE49-F238E27FC236}">
                <a16:creationId xmlns:a16="http://schemas.microsoft.com/office/drawing/2014/main" id="{84E715D2-99FB-C30E-4F25-0127536A5772}"/>
              </a:ext>
            </a:extLst>
          </p:cNvPr>
          <p:cNvSpPr txBox="1"/>
          <p:nvPr/>
        </p:nvSpPr>
        <p:spPr>
          <a:xfrm>
            <a:off x="546351" y="6297583"/>
            <a:ext cx="15557249" cy="1323439"/>
          </a:xfrm>
          <a:prstGeom prst="rect">
            <a:avLst/>
          </a:prstGeom>
          <a:noFill/>
        </p:spPr>
        <p:txBody>
          <a:bodyPr wrap="square" rtlCol="0">
            <a:spAutoFit/>
          </a:bodyPr>
          <a:lstStyle/>
          <a:p>
            <a:pPr marL="457200" indent="-4572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To find the efficient ML technique for detection of different classes in target area like Vegetation, Water Body, Building and Road</a:t>
            </a:r>
          </a:p>
          <a:p>
            <a:pPr marL="457200" indent="-4572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To detect the change of different classes in two images of different dates using different ML techniques like Support Vector Machine, Random Forest and Deep Neural Networks</a:t>
            </a:r>
          </a:p>
          <a:p>
            <a:pPr marL="457200" indent="-4572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To reduce the false alarms in the results and hence improve the accuracy.</a:t>
            </a:r>
            <a:endParaRPr lang="en-IN" dirty="0">
              <a:latin typeface="Times New Roman" panose="02020603050405020304" pitchFamily="18" charset="0"/>
              <a:cs typeface="Times New Roman" panose="02020603050405020304" pitchFamily="18" charset="0"/>
            </a:endParaRPr>
          </a:p>
        </p:txBody>
      </p:sp>
      <p:pic>
        <p:nvPicPr>
          <p:cNvPr id="1616" name="Picture 1615">
            <a:extLst>
              <a:ext uri="{FF2B5EF4-FFF2-40B4-BE49-F238E27FC236}">
                <a16:creationId xmlns:a16="http://schemas.microsoft.com/office/drawing/2014/main" id="{199E4EDD-679A-EFA5-5859-AC43C08C6F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626934" y="10845119"/>
            <a:ext cx="1137283" cy="1597426"/>
          </a:xfrm>
          <a:prstGeom prst="rect">
            <a:avLst/>
          </a:prstGeom>
        </p:spPr>
      </p:pic>
      <p:pic>
        <p:nvPicPr>
          <p:cNvPr id="1617" name="Picture 1616">
            <a:extLst>
              <a:ext uri="{FF2B5EF4-FFF2-40B4-BE49-F238E27FC236}">
                <a16:creationId xmlns:a16="http://schemas.microsoft.com/office/drawing/2014/main" id="{E82F4E6D-0CFB-421E-8613-F5AE251FC56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390786" y="10865687"/>
            <a:ext cx="1145031" cy="1590182"/>
          </a:xfrm>
          <a:prstGeom prst="rect">
            <a:avLst/>
          </a:prstGeom>
        </p:spPr>
      </p:pic>
      <p:pic>
        <p:nvPicPr>
          <p:cNvPr id="1618" name="Picture 1617">
            <a:extLst>
              <a:ext uri="{FF2B5EF4-FFF2-40B4-BE49-F238E27FC236}">
                <a16:creationId xmlns:a16="http://schemas.microsoft.com/office/drawing/2014/main" id="{46540CDF-A105-25AC-DCB1-6A3AA855840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626934" y="12904681"/>
            <a:ext cx="1137283" cy="1590182"/>
          </a:xfrm>
          <a:prstGeom prst="rect">
            <a:avLst/>
          </a:prstGeom>
        </p:spPr>
      </p:pic>
      <p:pic>
        <p:nvPicPr>
          <p:cNvPr id="1619" name="Picture 1618">
            <a:extLst>
              <a:ext uri="{FF2B5EF4-FFF2-40B4-BE49-F238E27FC236}">
                <a16:creationId xmlns:a16="http://schemas.microsoft.com/office/drawing/2014/main" id="{EAD29748-3CBA-C1AB-5CFA-7380873B15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391870" y="12896312"/>
            <a:ext cx="1137285" cy="1590188"/>
          </a:xfrm>
          <a:prstGeom prst="rect">
            <a:avLst/>
          </a:prstGeom>
        </p:spPr>
      </p:pic>
      <p:pic>
        <p:nvPicPr>
          <p:cNvPr id="1620" name="Picture 1619">
            <a:extLst>
              <a:ext uri="{FF2B5EF4-FFF2-40B4-BE49-F238E27FC236}">
                <a16:creationId xmlns:a16="http://schemas.microsoft.com/office/drawing/2014/main" id="{4979E797-9B40-2262-D72E-6349467E1A2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632406" y="14969227"/>
            <a:ext cx="1137285" cy="1590188"/>
          </a:xfrm>
          <a:prstGeom prst="rect">
            <a:avLst/>
          </a:prstGeom>
        </p:spPr>
      </p:pic>
      <p:pic>
        <p:nvPicPr>
          <p:cNvPr id="1621" name="Picture 1620">
            <a:extLst>
              <a:ext uri="{FF2B5EF4-FFF2-40B4-BE49-F238E27FC236}">
                <a16:creationId xmlns:a16="http://schemas.microsoft.com/office/drawing/2014/main" id="{C39B6457-9D4C-B72D-DB0C-B7A83B086C2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390787" y="14969227"/>
            <a:ext cx="1137285" cy="1590188"/>
          </a:xfrm>
          <a:prstGeom prst="rect">
            <a:avLst/>
          </a:prstGeom>
        </p:spPr>
      </p:pic>
      <p:pic>
        <p:nvPicPr>
          <p:cNvPr id="1622" name="Picture 1621">
            <a:extLst>
              <a:ext uri="{FF2B5EF4-FFF2-40B4-BE49-F238E27FC236}">
                <a16:creationId xmlns:a16="http://schemas.microsoft.com/office/drawing/2014/main" id="{998836C2-F56A-1B89-B67A-E4D45D3D9A3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016029" y="12906065"/>
            <a:ext cx="1137283" cy="1590182"/>
          </a:xfrm>
          <a:prstGeom prst="rect">
            <a:avLst/>
          </a:prstGeom>
        </p:spPr>
      </p:pic>
      <p:pic>
        <p:nvPicPr>
          <p:cNvPr id="1623" name="Picture 1622">
            <a:extLst>
              <a:ext uri="{FF2B5EF4-FFF2-40B4-BE49-F238E27FC236}">
                <a16:creationId xmlns:a16="http://schemas.microsoft.com/office/drawing/2014/main" id="{7880BEEA-CE28-963B-90E8-27C71D98B67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016025" y="14961860"/>
            <a:ext cx="1137285" cy="1590188"/>
          </a:xfrm>
          <a:prstGeom prst="rect">
            <a:avLst/>
          </a:prstGeom>
        </p:spPr>
      </p:pic>
      <p:pic>
        <p:nvPicPr>
          <p:cNvPr id="1624" name="Picture 1623">
            <a:extLst>
              <a:ext uri="{FF2B5EF4-FFF2-40B4-BE49-F238E27FC236}">
                <a16:creationId xmlns:a16="http://schemas.microsoft.com/office/drawing/2014/main" id="{8E84FE94-B2CD-0D58-AFD5-D1C32F67BE96}"/>
              </a:ext>
            </a:extLst>
          </p:cNvPr>
          <p:cNvPicPr>
            <a:picLocks noChangeAspect="1"/>
          </p:cNvPicPr>
          <p:nvPr/>
        </p:nvPicPr>
        <p:blipFill rotWithShape="1">
          <a:blip r:embed="rId14"/>
          <a:srcRect l="1973" t="2632" r="9600" b="6335"/>
          <a:stretch/>
        </p:blipFill>
        <p:spPr>
          <a:xfrm>
            <a:off x="21302385" y="10867345"/>
            <a:ext cx="1399023" cy="2285339"/>
          </a:xfrm>
          <a:prstGeom prst="rect">
            <a:avLst/>
          </a:prstGeom>
        </p:spPr>
      </p:pic>
      <p:pic>
        <p:nvPicPr>
          <p:cNvPr id="1625" name="Picture 1624">
            <a:extLst>
              <a:ext uri="{FF2B5EF4-FFF2-40B4-BE49-F238E27FC236}">
                <a16:creationId xmlns:a16="http://schemas.microsoft.com/office/drawing/2014/main" id="{97B16F21-CC74-9C8B-246C-A8E49569D211}"/>
              </a:ext>
            </a:extLst>
          </p:cNvPr>
          <p:cNvPicPr>
            <a:picLocks noChangeAspect="1"/>
          </p:cNvPicPr>
          <p:nvPr/>
        </p:nvPicPr>
        <p:blipFill rotWithShape="1">
          <a:blip r:embed="rId15"/>
          <a:srcRect l="4787" t="9292" r="9978" b="10343"/>
          <a:stretch/>
        </p:blipFill>
        <p:spPr>
          <a:xfrm>
            <a:off x="22822986" y="10867345"/>
            <a:ext cx="1399024" cy="2285339"/>
          </a:xfrm>
          <a:prstGeom prst="rect">
            <a:avLst/>
          </a:prstGeom>
        </p:spPr>
      </p:pic>
      <p:pic>
        <p:nvPicPr>
          <p:cNvPr id="1626" name="Picture 1625">
            <a:extLst>
              <a:ext uri="{FF2B5EF4-FFF2-40B4-BE49-F238E27FC236}">
                <a16:creationId xmlns:a16="http://schemas.microsoft.com/office/drawing/2014/main" id="{3F5BE2C7-706E-5037-9E81-D07D7914120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0016026" y="10860420"/>
            <a:ext cx="1137283" cy="1590182"/>
          </a:xfrm>
          <a:prstGeom prst="rect">
            <a:avLst/>
          </a:prstGeom>
        </p:spPr>
      </p:pic>
      <p:sp>
        <p:nvSpPr>
          <p:cNvPr id="1627" name="Rectangle 1626">
            <a:extLst>
              <a:ext uri="{FF2B5EF4-FFF2-40B4-BE49-F238E27FC236}">
                <a16:creationId xmlns:a16="http://schemas.microsoft.com/office/drawing/2014/main" id="{EBACE5ED-E9D1-7002-2468-BF3DB8000654}"/>
              </a:ext>
            </a:extLst>
          </p:cNvPr>
          <p:cNvSpPr/>
          <p:nvPr/>
        </p:nvSpPr>
        <p:spPr>
          <a:xfrm>
            <a:off x="20442839" y="11393180"/>
            <a:ext cx="492037" cy="714101"/>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628" name="Table 2">
            <a:extLst>
              <a:ext uri="{FF2B5EF4-FFF2-40B4-BE49-F238E27FC236}">
                <a16:creationId xmlns:a16="http://schemas.microsoft.com/office/drawing/2014/main" id="{097AF368-B945-B238-A28A-0ABBC6CCDAD7}"/>
              </a:ext>
            </a:extLst>
          </p:cNvPr>
          <p:cNvGraphicFramePr>
            <a:graphicFrameLocks noGrp="1"/>
          </p:cNvGraphicFramePr>
          <p:nvPr>
            <p:extLst>
              <p:ext uri="{D42A27DB-BD31-4B8C-83A1-F6EECF244321}">
                <p14:modId xmlns:p14="http://schemas.microsoft.com/office/powerpoint/2010/main" val="3853612095"/>
              </p:ext>
            </p:extLst>
          </p:nvPr>
        </p:nvGraphicFramePr>
        <p:xfrm>
          <a:off x="21302386" y="13292949"/>
          <a:ext cx="2919625" cy="2347521"/>
        </p:xfrm>
        <a:graphic>
          <a:graphicData uri="http://schemas.openxmlformats.org/drawingml/2006/table">
            <a:tbl>
              <a:tblPr firstRow="1" bandRow="1"/>
              <a:tblGrid>
                <a:gridCol w="1444458">
                  <a:extLst>
                    <a:ext uri="{9D8B030D-6E8A-4147-A177-3AD203B41FA5}">
                      <a16:colId xmlns:a16="http://schemas.microsoft.com/office/drawing/2014/main" val="3188741908"/>
                    </a:ext>
                  </a:extLst>
                </a:gridCol>
                <a:gridCol w="1475167">
                  <a:extLst>
                    <a:ext uri="{9D8B030D-6E8A-4147-A177-3AD203B41FA5}">
                      <a16:colId xmlns:a16="http://schemas.microsoft.com/office/drawing/2014/main" val="1638432415"/>
                    </a:ext>
                  </a:extLst>
                </a:gridCol>
              </a:tblGrid>
              <a:tr h="119872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1050" dirty="0"/>
                    </a:p>
                    <a:p>
                      <a:pPr algn="ctr"/>
                      <a:r>
                        <a:rPr lang="en-IN" sz="2000" dirty="0"/>
                        <a:t>Confusion </a:t>
                      </a:r>
                    </a:p>
                    <a:p>
                      <a:pPr algn="ctr"/>
                      <a:r>
                        <a:rPr lang="en-IN" sz="2000" dirty="0"/>
                        <a:t>Matrices</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[9384    1097]</a:t>
                      </a:r>
                    </a:p>
                    <a:p>
                      <a:pPr algn="ctr"/>
                      <a:r>
                        <a:rPr lang="en-IN" sz="1800" dirty="0"/>
                        <a:t>[ 221     4098]</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9487521"/>
                  </a:ext>
                </a:extLst>
              </a:tr>
              <a:tr h="114879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[9574   907 ]</a:t>
                      </a:r>
                    </a:p>
                    <a:p>
                      <a:pPr algn="ctr"/>
                      <a:r>
                        <a:rPr lang="en-IN" sz="1800" dirty="0"/>
                        <a:t>[ 267   4052]</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[9400    1081]</a:t>
                      </a:r>
                    </a:p>
                    <a:p>
                      <a:pPr algn="ctr"/>
                      <a:r>
                        <a:rPr lang="en-IN" sz="1800" dirty="0"/>
                        <a:t>[ 228     4091]</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68349439"/>
                  </a:ext>
                </a:extLst>
              </a:tr>
            </a:tbl>
          </a:graphicData>
        </a:graphic>
      </p:graphicFrame>
      <p:sp>
        <p:nvSpPr>
          <p:cNvPr id="1629" name="Rectangle 1628">
            <a:extLst>
              <a:ext uri="{FF2B5EF4-FFF2-40B4-BE49-F238E27FC236}">
                <a16:creationId xmlns:a16="http://schemas.microsoft.com/office/drawing/2014/main" id="{2C2777C2-45CA-2517-0B76-B87EBAD0E3D4}"/>
              </a:ext>
            </a:extLst>
          </p:cNvPr>
          <p:cNvSpPr/>
          <p:nvPr/>
        </p:nvSpPr>
        <p:spPr>
          <a:xfrm>
            <a:off x="20438483" y="13425191"/>
            <a:ext cx="492037" cy="714101"/>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630" name="Rectangle 1629">
            <a:extLst>
              <a:ext uri="{FF2B5EF4-FFF2-40B4-BE49-F238E27FC236}">
                <a16:creationId xmlns:a16="http://schemas.microsoft.com/office/drawing/2014/main" id="{49D0939B-CEA8-678D-EC15-99449DC29C07}"/>
              </a:ext>
            </a:extLst>
          </p:cNvPr>
          <p:cNvSpPr/>
          <p:nvPr/>
        </p:nvSpPr>
        <p:spPr>
          <a:xfrm>
            <a:off x="20442838" y="15484782"/>
            <a:ext cx="492037" cy="714101"/>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631" name="TextBox 1630">
            <a:extLst>
              <a:ext uri="{FF2B5EF4-FFF2-40B4-BE49-F238E27FC236}">
                <a16:creationId xmlns:a16="http://schemas.microsoft.com/office/drawing/2014/main" id="{6AF084AC-D0AC-3756-E1B5-849CA443C573}"/>
              </a:ext>
            </a:extLst>
          </p:cNvPr>
          <p:cNvSpPr txBox="1"/>
          <p:nvPr/>
        </p:nvSpPr>
        <p:spPr>
          <a:xfrm>
            <a:off x="17390787" y="12446034"/>
            <a:ext cx="3748084"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SVM RESULTS</a:t>
            </a:r>
          </a:p>
        </p:txBody>
      </p:sp>
      <p:sp>
        <p:nvSpPr>
          <p:cNvPr id="1632" name="TextBox 1631">
            <a:extLst>
              <a:ext uri="{FF2B5EF4-FFF2-40B4-BE49-F238E27FC236}">
                <a16:creationId xmlns:a16="http://schemas.microsoft.com/office/drawing/2014/main" id="{29FF564E-E798-E4E3-2319-D1D8AD64EA48}"/>
              </a:ext>
            </a:extLst>
          </p:cNvPr>
          <p:cNvSpPr txBox="1"/>
          <p:nvPr/>
        </p:nvSpPr>
        <p:spPr>
          <a:xfrm>
            <a:off x="17390787" y="14493479"/>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RANDOM FOREST RESULTS</a:t>
            </a:r>
          </a:p>
        </p:txBody>
      </p:sp>
      <p:sp>
        <p:nvSpPr>
          <p:cNvPr id="1633" name="TextBox 1632">
            <a:extLst>
              <a:ext uri="{FF2B5EF4-FFF2-40B4-BE49-F238E27FC236}">
                <a16:creationId xmlns:a16="http://schemas.microsoft.com/office/drawing/2014/main" id="{0CB3519A-FC00-F772-C872-D503E157BBF5}"/>
              </a:ext>
            </a:extLst>
          </p:cNvPr>
          <p:cNvSpPr txBox="1"/>
          <p:nvPr/>
        </p:nvSpPr>
        <p:spPr>
          <a:xfrm>
            <a:off x="17390787" y="16556031"/>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 RESULTS</a:t>
            </a:r>
          </a:p>
        </p:txBody>
      </p:sp>
      <p:sp>
        <p:nvSpPr>
          <p:cNvPr id="1634" name="TextBox 1633">
            <a:extLst>
              <a:ext uri="{FF2B5EF4-FFF2-40B4-BE49-F238E27FC236}">
                <a16:creationId xmlns:a16="http://schemas.microsoft.com/office/drawing/2014/main" id="{5BDDA8BC-7494-54B9-7448-F3F8D31E5B1B}"/>
              </a:ext>
            </a:extLst>
          </p:cNvPr>
          <p:cNvSpPr txBox="1"/>
          <p:nvPr/>
        </p:nvSpPr>
        <p:spPr>
          <a:xfrm>
            <a:off x="17390787" y="9879692"/>
            <a:ext cx="2373430" cy="646331"/>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Classification results for image dated</a:t>
            </a:r>
          </a:p>
        </p:txBody>
      </p:sp>
      <p:sp>
        <p:nvSpPr>
          <p:cNvPr id="1635" name="TextBox 1634">
            <a:extLst>
              <a:ext uri="{FF2B5EF4-FFF2-40B4-BE49-F238E27FC236}">
                <a16:creationId xmlns:a16="http://schemas.microsoft.com/office/drawing/2014/main" id="{072C53F8-4380-4CB6-DC38-6EAF0ECA10C8}"/>
              </a:ext>
            </a:extLst>
          </p:cNvPr>
          <p:cNvSpPr txBox="1"/>
          <p:nvPr/>
        </p:nvSpPr>
        <p:spPr>
          <a:xfrm>
            <a:off x="17390787" y="10525135"/>
            <a:ext cx="1141941"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16-11-2019</a:t>
            </a:r>
          </a:p>
        </p:txBody>
      </p:sp>
      <p:sp>
        <p:nvSpPr>
          <p:cNvPr id="1636" name="TextBox 1635">
            <a:extLst>
              <a:ext uri="{FF2B5EF4-FFF2-40B4-BE49-F238E27FC236}">
                <a16:creationId xmlns:a16="http://schemas.microsoft.com/office/drawing/2014/main" id="{8837421F-0BE7-E30A-B4D8-8903E1A588B5}"/>
              </a:ext>
            </a:extLst>
          </p:cNvPr>
          <p:cNvSpPr txBox="1"/>
          <p:nvPr/>
        </p:nvSpPr>
        <p:spPr>
          <a:xfrm>
            <a:off x="18630810" y="10522600"/>
            <a:ext cx="1133407"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06-12-2019</a:t>
            </a:r>
          </a:p>
        </p:txBody>
      </p:sp>
      <p:sp>
        <p:nvSpPr>
          <p:cNvPr id="1637" name="TextBox 1636">
            <a:extLst>
              <a:ext uri="{FF2B5EF4-FFF2-40B4-BE49-F238E27FC236}">
                <a16:creationId xmlns:a16="http://schemas.microsoft.com/office/drawing/2014/main" id="{766471E1-1E2D-3630-5E7F-9CBDEDE5498F}"/>
              </a:ext>
            </a:extLst>
          </p:cNvPr>
          <p:cNvSpPr txBox="1"/>
          <p:nvPr/>
        </p:nvSpPr>
        <p:spPr>
          <a:xfrm>
            <a:off x="20014429" y="10219356"/>
            <a:ext cx="1140378"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Change Detection</a:t>
            </a:r>
          </a:p>
        </p:txBody>
      </p:sp>
      <p:sp>
        <p:nvSpPr>
          <p:cNvPr id="1638" name="TextBox 1637">
            <a:extLst>
              <a:ext uri="{FF2B5EF4-FFF2-40B4-BE49-F238E27FC236}">
                <a16:creationId xmlns:a16="http://schemas.microsoft.com/office/drawing/2014/main" id="{2A0B9C7D-4B73-6A0B-E8C1-314A9D2B99D4}"/>
              </a:ext>
            </a:extLst>
          </p:cNvPr>
          <p:cNvSpPr txBox="1"/>
          <p:nvPr/>
        </p:nvSpPr>
        <p:spPr>
          <a:xfrm>
            <a:off x="22750053" y="14491078"/>
            <a:ext cx="1471029" cy="369332"/>
          </a:xfrm>
          <a:prstGeom prst="rect">
            <a:avLst/>
          </a:prstGeom>
          <a:solidFill>
            <a:srgbClr val="00B0F0"/>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a:t>
            </a:r>
          </a:p>
        </p:txBody>
      </p:sp>
      <p:sp>
        <p:nvSpPr>
          <p:cNvPr id="1639" name="TextBox 1638">
            <a:extLst>
              <a:ext uri="{FF2B5EF4-FFF2-40B4-BE49-F238E27FC236}">
                <a16:creationId xmlns:a16="http://schemas.microsoft.com/office/drawing/2014/main" id="{66E23D4E-C1EB-C4C4-C83A-245D7ECF44B8}"/>
              </a:ext>
            </a:extLst>
          </p:cNvPr>
          <p:cNvSpPr txBox="1"/>
          <p:nvPr/>
        </p:nvSpPr>
        <p:spPr>
          <a:xfrm>
            <a:off x="22754357" y="13299770"/>
            <a:ext cx="1466726" cy="369332"/>
          </a:xfrm>
          <a:prstGeom prst="rect">
            <a:avLst/>
          </a:prstGeom>
          <a:solidFill>
            <a:srgbClr val="92D050"/>
          </a:solidFill>
          <a:ln w="12700" cap="flat" cmpd="sng" algn="ctr">
            <a:solidFill>
              <a:srgbClr val="70AD47">
                <a:shade val="50000"/>
              </a:srgbClr>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SVM</a:t>
            </a:r>
          </a:p>
        </p:txBody>
      </p:sp>
      <p:sp>
        <p:nvSpPr>
          <p:cNvPr id="1640" name="TextBox 1639">
            <a:extLst>
              <a:ext uri="{FF2B5EF4-FFF2-40B4-BE49-F238E27FC236}">
                <a16:creationId xmlns:a16="http://schemas.microsoft.com/office/drawing/2014/main" id="{AF49C0ED-8FD9-76B8-0ED4-A2C6A8B71F19}"/>
              </a:ext>
            </a:extLst>
          </p:cNvPr>
          <p:cNvSpPr txBox="1"/>
          <p:nvPr/>
        </p:nvSpPr>
        <p:spPr>
          <a:xfrm>
            <a:off x="21302382" y="14490394"/>
            <a:ext cx="1440848" cy="369332"/>
          </a:xfrm>
          <a:prstGeom prst="rect">
            <a:avLst/>
          </a:prstGeom>
          <a:solidFill>
            <a:srgbClr val="4472C4">
              <a:lumMod val="60000"/>
              <a:lumOff val="40000"/>
            </a:srgbClr>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R.FOREST</a:t>
            </a:r>
          </a:p>
        </p:txBody>
      </p:sp>
      <p:sp>
        <p:nvSpPr>
          <p:cNvPr id="1641" name="TextBox 1640">
            <a:extLst>
              <a:ext uri="{FF2B5EF4-FFF2-40B4-BE49-F238E27FC236}">
                <a16:creationId xmlns:a16="http://schemas.microsoft.com/office/drawing/2014/main" id="{37AB13B9-64F4-0278-B1D9-D0E831436A37}"/>
              </a:ext>
            </a:extLst>
          </p:cNvPr>
          <p:cNvSpPr txBox="1"/>
          <p:nvPr/>
        </p:nvSpPr>
        <p:spPr>
          <a:xfrm>
            <a:off x="21302387" y="15734244"/>
            <a:ext cx="2919624" cy="1200329"/>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Area inside red rectangle is </a:t>
            </a:r>
            <a:r>
              <a:rPr kumimoji="0" lang="en-IN" sz="18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area of interest</a:t>
            </a:r>
            <a:r>
              <a:rPr kumimoji="0" lang="en-IN" sz="18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 which accuracy of different ML techniques are being tested</a:t>
            </a:r>
          </a:p>
        </p:txBody>
      </p:sp>
      <p:sp>
        <p:nvSpPr>
          <p:cNvPr id="1642" name="TextBox 1641">
            <a:extLst>
              <a:ext uri="{FF2B5EF4-FFF2-40B4-BE49-F238E27FC236}">
                <a16:creationId xmlns:a16="http://schemas.microsoft.com/office/drawing/2014/main" id="{8F91F6E2-664C-2894-CA02-7CB12AE757A2}"/>
              </a:ext>
            </a:extLst>
          </p:cNvPr>
          <p:cNvSpPr txBox="1"/>
          <p:nvPr/>
        </p:nvSpPr>
        <p:spPr>
          <a:xfrm>
            <a:off x="21302386" y="10219356"/>
            <a:ext cx="2911871"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Ground Truth or Reference image for the change</a:t>
            </a:r>
          </a:p>
        </p:txBody>
      </p:sp>
      <p:pic>
        <p:nvPicPr>
          <p:cNvPr id="1643" name="Picture 1642">
            <a:extLst>
              <a:ext uri="{FF2B5EF4-FFF2-40B4-BE49-F238E27FC236}">
                <a16:creationId xmlns:a16="http://schemas.microsoft.com/office/drawing/2014/main" id="{EA1A441E-69BA-C875-0E05-632B06EE9311}"/>
              </a:ext>
            </a:extLst>
          </p:cNvPr>
          <p:cNvPicPr>
            <a:picLocks noChangeAspect="1"/>
          </p:cNvPicPr>
          <p:nvPr/>
        </p:nvPicPr>
        <p:blipFill>
          <a:blip r:embed="rId17"/>
          <a:stretch>
            <a:fillRect/>
          </a:stretch>
        </p:blipFill>
        <p:spPr>
          <a:xfrm>
            <a:off x="20014429" y="6863069"/>
            <a:ext cx="2004505" cy="2621589"/>
          </a:xfrm>
          <a:prstGeom prst="rect">
            <a:avLst/>
          </a:prstGeom>
        </p:spPr>
      </p:pic>
      <p:sp>
        <p:nvSpPr>
          <p:cNvPr id="1644" name="TextBox 1643">
            <a:extLst>
              <a:ext uri="{FF2B5EF4-FFF2-40B4-BE49-F238E27FC236}">
                <a16:creationId xmlns:a16="http://schemas.microsoft.com/office/drawing/2014/main" id="{FCB457B7-C260-68D0-396F-B12B865F16A6}"/>
              </a:ext>
            </a:extLst>
          </p:cNvPr>
          <p:cNvSpPr txBox="1"/>
          <p:nvPr/>
        </p:nvSpPr>
        <p:spPr>
          <a:xfrm>
            <a:off x="20014429" y="9484658"/>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16-11-2019</a:t>
            </a:r>
          </a:p>
        </p:txBody>
      </p:sp>
      <p:pic>
        <p:nvPicPr>
          <p:cNvPr id="1645" name="Picture 1644">
            <a:extLst>
              <a:ext uri="{FF2B5EF4-FFF2-40B4-BE49-F238E27FC236}">
                <a16:creationId xmlns:a16="http://schemas.microsoft.com/office/drawing/2014/main" id="{2FB5792D-2A54-CB9B-34CB-7945AAAA883F}"/>
              </a:ext>
            </a:extLst>
          </p:cNvPr>
          <p:cNvPicPr>
            <a:picLocks noChangeAspect="1"/>
          </p:cNvPicPr>
          <p:nvPr/>
        </p:nvPicPr>
        <p:blipFill>
          <a:blip r:embed="rId18"/>
          <a:stretch>
            <a:fillRect/>
          </a:stretch>
        </p:blipFill>
        <p:spPr>
          <a:xfrm>
            <a:off x="22209751" y="6849712"/>
            <a:ext cx="2004505" cy="2634951"/>
          </a:xfrm>
          <a:prstGeom prst="rect">
            <a:avLst/>
          </a:prstGeom>
        </p:spPr>
      </p:pic>
      <p:sp>
        <p:nvSpPr>
          <p:cNvPr id="1646" name="TextBox 1645">
            <a:extLst>
              <a:ext uri="{FF2B5EF4-FFF2-40B4-BE49-F238E27FC236}">
                <a16:creationId xmlns:a16="http://schemas.microsoft.com/office/drawing/2014/main" id="{C1EE93F4-969F-DCC0-BA2F-E96FA1C6D6A0}"/>
              </a:ext>
            </a:extLst>
          </p:cNvPr>
          <p:cNvSpPr txBox="1"/>
          <p:nvPr/>
        </p:nvSpPr>
        <p:spPr>
          <a:xfrm>
            <a:off x="22209749" y="9484661"/>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06-12-2019</a:t>
            </a:r>
          </a:p>
        </p:txBody>
      </p:sp>
      <p:sp>
        <p:nvSpPr>
          <p:cNvPr id="1647" name="TextBox 1646">
            <a:extLst>
              <a:ext uri="{FF2B5EF4-FFF2-40B4-BE49-F238E27FC236}">
                <a16:creationId xmlns:a16="http://schemas.microsoft.com/office/drawing/2014/main" id="{D2610EE1-654A-2415-AF27-290F93BD8970}"/>
              </a:ext>
            </a:extLst>
          </p:cNvPr>
          <p:cNvSpPr txBox="1"/>
          <p:nvPr/>
        </p:nvSpPr>
        <p:spPr>
          <a:xfrm>
            <a:off x="17407856" y="8540177"/>
            <a:ext cx="2356361" cy="923330"/>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Sentinel-2 images of two different dates as input data</a:t>
            </a:r>
          </a:p>
        </p:txBody>
      </p:sp>
      <p:graphicFrame>
        <p:nvGraphicFramePr>
          <p:cNvPr id="1680" name="Table 2">
            <a:extLst>
              <a:ext uri="{FF2B5EF4-FFF2-40B4-BE49-F238E27FC236}">
                <a16:creationId xmlns:a16="http://schemas.microsoft.com/office/drawing/2014/main" id="{A57C4C25-6668-C3FC-34C7-501E19EF1442}"/>
              </a:ext>
            </a:extLst>
          </p:cNvPr>
          <p:cNvGraphicFramePr>
            <a:graphicFrameLocks noGrp="1"/>
          </p:cNvGraphicFramePr>
          <p:nvPr>
            <p:extLst>
              <p:ext uri="{D42A27DB-BD31-4B8C-83A1-F6EECF244321}">
                <p14:modId xmlns:p14="http://schemas.microsoft.com/office/powerpoint/2010/main" val="2156509400"/>
              </p:ext>
            </p:extLst>
          </p:nvPr>
        </p:nvGraphicFramePr>
        <p:xfrm>
          <a:off x="28754899" y="13276769"/>
          <a:ext cx="2919625" cy="2347521"/>
        </p:xfrm>
        <a:graphic>
          <a:graphicData uri="http://schemas.openxmlformats.org/drawingml/2006/table">
            <a:tbl>
              <a:tblPr firstRow="1" bandRow="1"/>
              <a:tblGrid>
                <a:gridCol w="1444458">
                  <a:extLst>
                    <a:ext uri="{9D8B030D-6E8A-4147-A177-3AD203B41FA5}">
                      <a16:colId xmlns:a16="http://schemas.microsoft.com/office/drawing/2014/main" val="3188741908"/>
                    </a:ext>
                  </a:extLst>
                </a:gridCol>
                <a:gridCol w="1475167">
                  <a:extLst>
                    <a:ext uri="{9D8B030D-6E8A-4147-A177-3AD203B41FA5}">
                      <a16:colId xmlns:a16="http://schemas.microsoft.com/office/drawing/2014/main" val="1638432415"/>
                    </a:ext>
                  </a:extLst>
                </a:gridCol>
              </a:tblGrid>
              <a:tr h="119872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1050" dirty="0"/>
                    </a:p>
                    <a:p>
                      <a:pPr algn="ctr"/>
                      <a:r>
                        <a:rPr lang="en-IN" sz="2000" dirty="0"/>
                        <a:t>Confusion </a:t>
                      </a:r>
                    </a:p>
                    <a:p>
                      <a:pPr algn="ctr"/>
                      <a:r>
                        <a:rPr lang="en-IN" sz="2000" dirty="0"/>
                        <a:t>Matrices</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[11684   435 ]</a:t>
                      </a:r>
                    </a:p>
                    <a:p>
                      <a:pPr algn="ctr"/>
                      <a:r>
                        <a:rPr lang="en-IN" sz="1800" dirty="0"/>
                        <a:t>[   14      425 ]</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9487521"/>
                  </a:ext>
                </a:extLst>
              </a:tr>
              <a:tr h="114879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[11989   130]</a:t>
                      </a:r>
                    </a:p>
                    <a:p>
                      <a:pPr algn="ctr"/>
                      <a:r>
                        <a:rPr lang="en-IN" sz="1800" dirty="0"/>
                        <a:t>[   42       397]</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[12013   106 ]</a:t>
                      </a:r>
                    </a:p>
                    <a:p>
                      <a:pPr algn="ctr"/>
                      <a:r>
                        <a:rPr lang="en-IN" sz="1800" dirty="0"/>
                        <a:t>[   44      395 ]</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68349439"/>
                  </a:ext>
                </a:extLst>
              </a:tr>
            </a:tbl>
          </a:graphicData>
        </a:graphic>
      </p:graphicFrame>
      <p:sp>
        <p:nvSpPr>
          <p:cNvPr id="1681" name="TextBox 1680">
            <a:extLst>
              <a:ext uri="{FF2B5EF4-FFF2-40B4-BE49-F238E27FC236}">
                <a16:creationId xmlns:a16="http://schemas.microsoft.com/office/drawing/2014/main" id="{F425D2F5-7D61-7AB7-BF53-B823B9FFC787}"/>
              </a:ext>
            </a:extLst>
          </p:cNvPr>
          <p:cNvSpPr txBox="1"/>
          <p:nvPr/>
        </p:nvSpPr>
        <p:spPr>
          <a:xfrm>
            <a:off x="24843300" y="12429854"/>
            <a:ext cx="3748084"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SVM RESULTS</a:t>
            </a:r>
          </a:p>
        </p:txBody>
      </p:sp>
      <p:sp>
        <p:nvSpPr>
          <p:cNvPr id="1682" name="TextBox 1681">
            <a:extLst>
              <a:ext uri="{FF2B5EF4-FFF2-40B4-BE49-F238E27FC236}">
                <a16:creationId xmlns:a16="http://schemas.microsoft.com/office/drawing/2014/main" id="{9DE112B7-A6EC-42BB-F973-2553AA9B18FB}"/>
              </a:ext>
            </a:extLst>
          </p:cNvPr>
          <p:cNvSpPr txBox="1"/>
          <p:nvPr/>
        </p:nvSpPr>
        <p:spPr>
          <a:xfrm>
            <a:off x="24843300" y="14477299"/>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RANDOM FOREST RESULTS</a:t>
            </a:r>
          </a:p>
        </p:txBody>
      </p:sp>
      <p:sp>
        <p:nvSpPr>
          <p:cNvPr id="1683" name="TextBox 1682">
            <a:extLst>
              <a:ext uri="{FF2B5EF4-FFF2-40B4-BE49-F238E27FC236}">
                <a16:creationId xmlns:a16="http://schemas.microsoft.com/office/drawing/2014/main" id="{56AB5A02-D392-3C5B-8E11-60E929043DD1}"/>
              </a:ext>
            </a:extLst>
          </p:cNvPr>
          <p:cNvSpPr txBox="1"/>
          <p:nvPr/>
        </p:nvSpPr>
        <p:spPr>
          <a:xfrm>
            <a:off x="24843300" y="16539851"/>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 RESULTS</a:t>
            </a:r>
          </a:p>
        </p:txBody>
      </p:sp>
      <p:sp>
        <p:nvSpPr>
          <p:cNvPr id="1684" name="TextBox 1683">
            <a:extLst>
              <a:ext uri="{FF2B5EF4-FFF2-40B4-BE49-F238E27FC236}">
                <a16:creationId xmlns:a16="http://schemas.microsoft.com/office/drawing/2014/main" id="{C50249CC-4E89-0C78-3BFD-B8341F4DB54E}"/>
              </a:ext>
            </a:extLst>
          </p:cNvPr>
          <p:cNvSpPr txBox="1"/>
          <p:nvPr/>
        </p:nvSpPr>
        <p:spPr>
          <a:xfrm>
            <a:off x="24843300" y="9863512"/>
            <a:ext cx="2373430" cy="646331"/>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Classification results for image dated</a:t>
            </a:r>
          </a:p>
        </p:txBody>
      </p:sp>
      <p:sp>
        <p:nvSpPr>
          <p:cNvPr id="1685" name="TextBox 1684">
            <a:extLst>
              <a:ext uri="{FF2B5EF4-FFF2-40B4-BE49-F238E27FC236}">
                <a16:creationId xmlns:a16="http://schemas.microsoft.com/office/drawing/2014/main" id="{FAB6694E-1A24-C803-2288-C006D45CEC78}"/>
              </a:ext>
            </a:extLst>
          </p:cNvPr>
          <p:cNvSpPr txBox="1"/>
          <p:nvPr/>
        </p:nvSpPr>
        <p:spPr>
          <a:xfrm>
            <a:off x="24843300" y="10508955"/>
            <a:ext cx="1141941"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86" name="TextBox 1685">
            <a:extLst>
              <a:ext uri="{FF2B5EF4-FFF2-40B4-BE49-F238E27FC236}">
                <a16:creationId xmlns:a16="http://schemas.microsoft.com/office/drawing/2014/main" id="{B38356F5-4B47-5379-07A0-56851BF9061C}"/>
              </a:ext>
            </a:extLst>
          </p:cNvPr>
          <p:cNvSpPr txBox="1"/>
          <p:nvPr/>
        </p:nvSpPr>
        <p:spPr>
          <a:xfrm>
            <a:off x="26083323" y="10506420"/>
            <a:ext cx="1133407"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87" name="TextBox 1686">
            <a:extLst>
              <a:ext uri="{FF2B5EF4-FFF2-40B4-BE49-F238E27FC236}">
                <a16:creationId xmlns:a16="http://schemas.microsoft.com/office/drawing/2014/main" id="{15FC81D5-F508-E710-EE19-A1D7F2DAA26F}"/>
              </a:ext>
            </a:extLst>
          </p:cNvPr>
          <p:cNvSpPr txBox="1"/>
          <p:nvPr/>
        </p:nvSpPr>
        <p:spPr>
          <a:xfrm>
            <a:off x="27447443" y="10196002"/>
            <a:ext cx="1140378"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Change Detection</a:t>
            </a:r>
          </a:p>
        </p:txBody>
      </p:sp>
      <p:sp>
        <p:nvSpPr>
          <p:cNvPr id="1688" name="TextBox 1687">
            <a:extLst>
              <a:ext uri="{FF2B5EF4-FFF2-40B4-BE49-F238E27FC236}">
                <a16:creationId xmlns:a16="http://schemas.microsoft.com/office/drawing/2014/main" id="{4D90D5A0-860A-808F-DB5B-6CD6FA0505A8}"/>
              </a:ext>
            </a:extLst>
          </p:cNvPr>
          <p:cNvSpPr txBox="1"/>
          <p:nvPr/>
        </p:nvSpPr>
        <p:spPr>
          <a:xfrm>
            <a:off x="30202566" y="14474898"/>
            <a:ext cx="1471029" cy="369332"/>
          </a:xfrm>
          <a:prstGeom prst="rect">
            <a:avLst/>
          </a:prstGeom>
          <a:solidFill>
            <a:srgbClr val="00B0F0"/>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a:t>
            </a:r>
          </a:p>
        </p:txBody>
      </p:sp>
      <p:sp>
        <p:nvSpPr>
          <p:cNvPr id="1689" name="TextBox 1688">
            <a:extLst>
              <a:ext uri="{FF2B5EF4-FFF2-40B4-BE49-F238E27FC236}">
                <a16:creationId xmlns:a16="http://schemas.microsoft.com/office/drawing/2014/main" id="{E4EE04BC-AED0-4AC9-F8C8-280AA7689DC8}"/>
              </a:ext>
            </a:extLst>
          </p:cNvPr>
          <p:cNvSpPr txBox="1"/>
          <p:nvPr/>
        </p:nvSpPr>
        <p:spPr>
          <a:xfrm>
            <a:off x="30206870" y="13283590"/>
            <a:ext cx="1466726" cy="369332"/>
          </a:xfrm>
          <a:prstGeom prst="rect">
            <a:avLst/>
          </a:prstGeom>
          <a:solidFill>
            <a:srgbClr val="92D050"/>
          </a:solidFill>
          <a:ln w="12700" cap="flat" cmpd="sng" algn="ctr">
            <a:solidFill>
              <a:srgbClr val="70AD47">
                <a:shade val="50000"/>
              </a:srgbClr>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SVM</a:t>
            </a:r>
          </a:p>
        </p:txBody>
      </p:sp>
      <p:sp>
        <p:nvSpPr>
          <p:cNvPr id="1690" name="TextBox 1689">
            <a:extLst>
              <a:ext uri="{FF2B5EF4-FFF2-40B4-BE49-F238E27FC236}">
                <a16:creationId xmlns:a16="http://schemas.microsoft.com/office/drawing/2014/main" id="{1B6BA11A-E282-D3AC-2D14-1212DEABBDB5}"/>
              </a:ext>
            </a:extLst>
          </p:cNvPr>
          <p:cNvSpPr txBox="1"/>
          <p:nvPr/>
        </p:nvSpPr>
        <p:spPr>
          <a:xfrm>
            <a:off x="28754895" y="14474214"/>
            <a:ext cx="1440848" cy="369332"/>
          </a:xfrm>
          <a:prstGeom prst="rect">
            <a:avLst/>
          </a:prstGeom>
          <a:solidFill>
            <a:srgbClr val="4472C4">
              <a:lumMod val="60000"/>
              <a:lumOff val="40000"/>
            </a:srgbClr>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R.FOREST</a:t>
            </a:r>
          </a:p>
        </p:txBody>
      </p:sp>
      <p:sp>
        <p:nvSpPr>
          <p:cNvPr id="1691" name="TextBox 1690">
            <a:extLst>
              <a:ext uri="{FF2B5EF4-FFF2-40B4-BE49-F238E27FC236}">
                <a16:creationId xmlns:a16="http://schemas.microsoft.com/office/drawing/2014/main" id="{6D099086-1C69-CE95-A5B9-541CC3F602A8}"/>
              </a:ext>
            </a:extLst>
          </p:cNvPr>
          <p:cNvSpPr txBox="1"/>
          <p:nvPr/>
        </p:nvSpPr>
        <p:spPr>
          <a:xfrm>
            <a:off x="28754900" y="15718064"/>
            <a:ext cx="2919624" cy="1200329"/>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Area inside red rectangle is </a:t>
            </a:r>
            <a:r>
              <a:rPr kumimoji="0" lang="en-IN" sz="18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area of interest</a:t>
            </a:r>
            <a:r>
              <a:rPr kumimoji="0" lang="en-IN" sz="18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 which accuracy of different ML techniques are being tested</a:t>
            </a:r>
          </a:p>
        </p:txBody>
      </p:sp>
      <p:sp>
        <p:nvSpPr>
          <p:cNvPr id="1692" name="TextBox 1691">
            <a:extLst>
              <a:ext uri="{FF2B5EF4-FFF2-40B4-BE49-F238E27FC236}">
                <a16:creationId xmlns:a16="http://schemas.microsoft.com/office/drawing/2014/main" id="{5E77C8DF-C8D7-8D19-F0B9-FE1014A88B5D}"/>
              </a:ext>
            </a:extLst>
          </p:cNvPr>
          <p:cNvSpPr txBox="1"/>
          <p:nvPr/>
        </p:nvSpPr>
        <p:spPr>
          <a:xfrm>
            <a:off x="28754899" y="10203176"/>
            <a:ext cx="2911871"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Ground Truth or Reference image for the change</a:t>
            </a:r>
          </a:p>
        </p:txBody>
      </p:sp>
      <p:sp>
        <p:nvSpPr>
          <p:cNvPr id="1693" name="TextBox 1692">
            <a:extLst>
              <a:ext uri="{FF2B5EF4-FFF2-40B4-BE49-F238E27FC236}">
                <a16:creationId xmlns:a16="http://schemas.microsoft.com/office/drawing/2014/main" id="{7DAA61D8-EDA2-B2BD-4E5A-46CDC43E0943}"/>
              </a:ext>
            </a:extLst>
          </p:cNvPr>
          <p:cNvSpPr txBox="1"/>
          <p:nvPr/>
        </p:nvSpPr>
        <p:spPr>
          <a:xfrm>
            <a:off x="27466942" y="9468478"/>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94" name="TextBox 1693">
            <a:extLst>
              <a:ext uri="{FF2B5EF4-FFF2-40B4-BE49-F238E27FC236}">
                <a16:creationId xmlns:a16="http://schemas.microsoft.com/office/drawing/2014/main" id="{9B3EB3CD-A0E7-EF24-4394-AF508E7137E1}"/>
              </a:ext>
            </a:extLst>
          </p:cNvPr>
          <p:cNvSpPr txBox="1"/>
          <p:nvPr/>
        </p:nvSpPr>
        <p:spPr>
          <a:xfrm>
            <a:off x="29662262" y="9468481"/>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95" name="TextBox 1694">
            <a:extLst>
              <a:ext uri="{FF2B5EF4-FFF2-40B4-BE49-F238E27FC236}">
                <a16:creationId xmlns:a16="http://schemas.microsoft.com/office/drawing/2014/main" id="{5ADCBF3D-1DB9-A1DD-FCE9-28776D307757}"/>
              </a:ext>
            </a:extLst>
          </p:cNvPr>
          <p:cNvSpPr txBox="1"/>
          <p:nvPr/>
        </p:nvSpPr>
        <p:spPr>
          <a:xfrm>
            <a:off x="24860369" y="8574797"/>
            <a:ext cx="2356361" cy="923330"/>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Sentinel-2 images of two different dates as input data</a:t>
            </a:r>
          </a:p>
        </p:txBody>
      </p:sp>
      <p:pic>
        <p:nvPicPr>
          <p:cNvPr id="1696" name="Picture 1695">
            <a:extLst>
              <a:ext uri="{FF2B5EF4-FFF2-40B4-BE49-F238E27FC236}">
                <a16:creationId xmlns:a16="http://schemas.microsoft.com/office/drawing/2014/main" id="{674FFEB4-3467-D9B3-2D79-E938E7763082}"/>
              </a:ext>
            </a:extLst>
          </p:cNvPr>
          <p:cNvPicPr preferRelativeResize="0">
            <a:picLocks/>
          </p:cNvPicPr>
          <p:nvPr/>
        </p:nvPicPr>
        <p:blipFill>
          <a:blip r:embed="rId19"/>
          <a:stretch>
            <a:fillRect/>
          </a:stretch>
        </p:blipFill>
        <p:spPr>
          <a:xfrm>
            <a:off x="27466939" y="6843229"/>
            <a:ext cx="2005200" cy="2620800"/>
          </a:xfrm>
          <a:prstGeom prst="rect">
            <a:avLst/>
          </a:prstGeom>
        </p:spPr>
      </p:pic>
      <p:pic>
        <p:nvPicPr>
          <p:cNvPr id="1697" name="Picture 1696">
            <a:extLst>
              <a:ext uri="{FF2B5EF4-FFF2-40B4-BE49-F238E27FC236}">
                <a16:creationId xmlns:a16="http://schemas.microsoft.com/office/drawing/2014/main" id="{03810C93-9895-944A-8EC1-6EB1069A5B09}"/>
              </a:ext>
            </a:extLst>
          </p:cNvPr>
          <p:cNvPicPr preferRelativeResize="0">
            <a:picLocks/>
          </p:cNvPicPr>
          <p:nvPr/>
        </p:nvPicPr>
        <p:blipFill>
          <a:blip r:embed="rId20"/>
          <a:stretch>
            <a:fillRect/>
          </a:stretch>
        </p:blipFill>
        <p:spPr>
          <a:xfrm>
            <a:off x="29662259" y="6843229"/>
            <a:ext cx="2004504" cy="2635201"/>
          </a:xfrm>
          <a:prstGeom prst="rect">
            <a:avLst/>
          </a:prstGeom>
        </p:spPr>
      </p:pic>
      <p:pic>
        <p:nvPicPr>
          <p:cNvPr id="1698" name="Picture 1697">
            <a:extLst>
              <a:ext uri="{FF2B5EF4-FFF2-40B4-BE49-F238E27FC236}">
                <a16:creationId xmlns:a16="http://schemas.microsoft.com/office/drawing/2014/main" id="{06EAA7CC-DB5A-04A5-6CC1-3294BC56CA97}"/>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28753401" y="10851165"/>
            <a:ext cx="1390937" cy="2285339"/>
          </a:xfrm>
          <a:prstGeom prst="rect">
            <a:avLst/>
          </a:prstGeom>
        </p:spPr>
      </p:pic>
      <p:pic>
        <p:nvPicPr>
          <p:cNvPr id="1699" name="Picture 1698">
            <a:extLst>
              <a:ext uri="{FF2B5EF4-FFF2-40B4-BE49-F238E27FC236}">
                <a16:creationId xmlns:a16="http://schemas.microsoft.com/office/drawing/2014/main" id="{EC44A1FA-0838-A706-FF42-3AD933A77716}"/>
              </a:ext>
            </a:extLst>
          </p:cNvPr>
          <p:cNvPicPr>
            <a:picLocks noChangeAspect="1"/>
          </p:cNvPicPr>
          <p:nvPr/>
        </p:nvPicPr>
        <p:blipFill rotWithShape="1">
          <a:blip r:embed="rId22">
            <a:extLst>
              <a:ext uri="{28A0092B-C50C-407E-A947-70E740481C1C}">
                <a14:useLocalDpi xmlns:a14="http://schemas.microsoft.com/office/drawing/2010/main" val="0"/>
              </a:ext>
            </a:extLst>
          </a:blip>
          <a:srcRect l="27931" t="14982"/>
          <a:stretch/>
        </p:blipFill>
        <p:spPr>
          <a:xfrm>
            <a:off x="30256222" y="10856328"/>
            <a:ext cx="1424788" cy="2269222"/>
          </a:xfrm>
          <a:prstGeom prst="rect">
            <a:avLst/>
          </a:prstGeom>
        </p:spPr>
      </p:pic>
      <p:pic>
        <p:nvPicPr>
          <p:cNvPr id="1700" name="Picture 1699">
            <a:extLst>
              <a:ext uri="{FF2B5EF4-FFF2-40B4-BE49-F238E27FC236}">
                <a16:creationId xmlns:a16="http://schemas.microsoft.com/office/drawing/2014/main" id="{E6ADBBB9-81AC-354D-166A-B54107ACBA01}"/>
              </a:ext>
            </a:extLst>
          </p:cNvPr>
          <p:cNvPicPr preferRelativeResize="0">
            <a:picLocks/>
          </p:cNvPicPr>
          <p:nvPr/>
        </p:nvPicPr>
        <p:blipFill>
          <a:blip r:embed="rId23">
            <a:extLst>
              <a:ext uri="{28A0092B-C50C-407E-A947-70E740481C1C}">
                <a14:useLocalDpi xmlns:a14="http://schemas.microsoft.com/office/drawing/2010/main" val="0"/>
              </a:ext>
            </a:extLst>
          </a:blip>
          <a:stretch>
            <a:fillRect/>
          </a:stretch>
        </p:blipFill>
        <p:spPr>
          <a:xfrm>
            <a:off x="24837461" y="10838654"/>
            <a:ext cx="1141941" cy="1591200"/>
          </a:xfrm>
          <a:prstGeom prst="rect">
            <a:avLst/>
          </a:prstGeom>
        </p:spPr>
      </p:pic>
      <p:pic>
        <p:nvPicPr>
          <p:cNvPr id="1701" name="Picture 1700">
            <a:extLst>
              <a:ext uri="{FF2B5EF4-FFF2-40B4-BE49-F238E27FC236}">
                <a16:creationId xmlns:a16="http://schemas.microsoft.com/office/drawing/2014/main" id="{24A5FFC4-CC9E-F5F9-65CB-FBA3083B1519}"/>
              </a:ext>
            </a:extLst>
          </p:cNvPr>
          <p:cNvPicPr preferRelativeResize="0">
            <a:picLocks/>
          </p:cNvPicPr>
          <p:nvPr/>
        </p:nvPicPr>
        <p:blipFill>
          <a:blip r:embed="rId24">
            <a:extLst>
              <a:ext uri="{28A0092B-C50C-407E-A947-70E740481C1C}">
                <a14:useLocalDpi xmlns:a14="http://schemas.microsoft.com/office/drawing/2010/main" val="0"/>
              </a:ext>
            </a:extLst>
          </a:blip>
          <a:stretch>
            <a:fillRect/>
          </a:stretch>
        </p:blipFill>
        <p:spPr>
          <a:xfrm>
            <a:off x="26079447" y="10852081"/>
            <a:ext cx="1137600" cy="1573368"/>
          </a:xfrm>
          <a:prstGeom prst="rect">
            <a:avLst/>
          </a:prstGeom>
        </p:spPr>
      </p:pic>
      <p:pic>
        <p:nvPicPr>
          <p:cNvPr id="1702" name="Picture 1701">
            <a:extLst>
              <a:ext uri="{FF2B5EF4-FFF2-40B4-BE49-F238E27FC236}">
                <a16:creationId xmlns:a16="http://schemas.microsoft.com/office/drawing/2014/main" id="{1C5B35BA-00D1-5642-2BCE-299A3651FE4C}"/>
              </a:ext>
            </a:extLst>
          </p:cNvPr>
          <p:cNvPicPr preferRelativeResize="0">
            <a:picLocks/>
          </p:cNvPicPr>
          <p:nvPr/>
        </p:nvPicPr>
        <p:blipFill>
          <a:blip r:embed="rId25">
            <a:extLst>
              <a:ext uri="{28A0092B-C50C-407E-A947-70E740481C1C}">
                <a14:useLocalDpi xmlns:a14="http://schemas.microsoft.com/office/drawing/2010/main" val="0"/>
              </a:ext>
            </a:extLst>
          </a:blip>
          <a:stretch>
            <a:fillRect/>
          </a:stretch>
        </p:blipFill>
        <p:spPr>
          <a:xfrm>
            <a:off x="24836477" y="12883014"/>
            <a:ext cx="1137600" cy="1591200"/>
          </a:xfrm>
          <a:prstGeom prst="rect">
            <a:avLst/>
          </a:prstGeom>
        </p:spPr>
      </p:pic>
      <p:pic>
        <p:nvPicPr>
          <p:cNvPr id="1703" name="Picture 1702">
            <a:extLst>
              <a:ext uri="{FF2B5EF4-FFF2-40B4-BE49-F238E27FC236}">
                <a16:creationId xmlns:a16="http://schemas.microsoft.com/office/drawing/2014/main" id="{9924BFA4-1390-7F11-1FD3-3C3FC552520B}"/>
              </a:ext>
            </a:extLst>
          </p:cNvPr>
          <p:cNvPicPr preferRelativeResize="0">
            <a:picLocks/>
          </p:cNvPicPr>
          <p:nvPr/>
        </p:nvPicPr>
        <p:blipFill>
          <a:blip r:embed="rId26">
            <a:extLst>
              <a:ext uri="{28A0092B-C50C-407E-A947-70E740481C1C}">
                <a14:useLocalDpi xmlns:a14="http://schemas.microsoft.com/office/drawing/2010/main" val="0"/>
              </a:ext>
            </a:extLst>
          </a:blip>
          <a:stretch>
            <a:fillRect/>
          </a:stretch>
        </p:blipFill>
        <p:spPr>
          <a:xfrm>
            <a:off x="26079130" y="12887992"/>
            <a:ext cx="1137600" cy="1591200"/>
          </a:xfrm>
          <a:prstGeom prst="rect">
            <a:avLst/>
          </a:prstGeom>
        </p:spPr>
      </p:pic>
      <p:pic>
        <p:nvPicPr>
          <p:cNvPr id="1704" name="Picture 1703">
            <a:extLst>
              <a:ext uri="{FF2B5EF4-FFF2-40B4-BE49-F238E27FC236}">
                <a16:creationId xmlns:a16="http://schemas.microsoft.com/office/drawing/2014/main" id="{1DFF7EDE-310A-4D21-7451-A9C084F8B094}"/>
              </a:ext>
            </a:extLst>
          </p:cNvPr>
          <p:cNvPicPr preferRelativeResize="0">
            <a:picLocks/>
          </p:cNvPicPr>
          <p:nvPr/>
        </p:nvPicPr>
        <p:blipFill>
          <a:blip r:embed="rId27">
            <a:extLst>
              <a:ext uri="{28A0092B-C50C-407E-A947-70E740481C1C}">
                <a14:useLocalDpi xmlns:a14="http://schemas.microsoft.com/office/drawing/2010/main" val="0"/>
              </a:ext>
            </a:extLst>
          </a:blip>
          <a:stretch>
            <a:fillRect/>
          </a:stretch>
        </p:blipFill>
        <p:spPr>
          <a:xfrm>
            <a:off x="24844440" y="14943114"/>
            <a:ext cx="1137600" cy="1591200"/>
          </a:xfrm>
          <a:prstGeom prst="rect">
            <a:avLst/>
          </a:prstGeom>
        </p:spPr>
      </p:pic>
      <p:pic>
        <p:nvPicPr>
          <p:cNvPr id="1705" name="Picture 1704">
            <a:extLst>
              <a:ext uri="{FF2B5EF4-FFF2-40B4-BE49-F238E27FC236}">
                <a16:creationId xmlns:a16="http://schemas.microsoft.com/office/drawing/2014/main" id="{8D0EE4F6-F48C-0EAA-3241-F4E504F7ADD8}"/>
              </a:ext>
            </a:extLst>
          </p:cNvPr>
          <p:cNvPicPr preferRelativeResize="0">
            <a:picLocks/>
          </p:cNvPicPr>
          <p:nvPr/>
        </p:nvPicPr>
        <p:blipFill>
          <a:blip r:embed="rId28">
            <a:extLst>
              <a:ext uri="{28A0092B-C50C-407E-A947-70E740481C1C}">
                <a14:useLocalDpi xmlns:a14="http://schemas.microsoft.com/office/drawing/2010/main" val="0"/>
              </a:ext>
            </a:extLst>
          </a:blip>
          <a:stretch>
            <a:fillRect/>
          </a:stretch>
        </p:blipFill>
        <p:spPr>
          <a:xfrm>
            <a:off x="26079130" y="14943114"/>
            <a:ext cx="1137600" cy="1591200"/>
          </a:xfrm>
          <a:prstGeom prst="rect">
            <a:avLst/>
          </a:prstGeom>
        </p:spPr>
      </p:pic>
      <p:pic>
        <p:nvPicPr>
          <p:cNvPr id="1706" name="Picture 1705">
            <a:extLst>
              <a:ext uri="{FF2B5EF4-FFF2-40B4-BE49-F238E27FC236}">
                <a16:creationId xmlns:a16="http://schemas.microsoft.com/office/drawing/2014/main" id="{DAA57BDD-B309-3B20-16C5-0ED0BE63B894}"/>
              </a:ext>
            </a:extLst>
          </p:cNvPr>
          <p:cNvPicPr preferRelativeResize="0">
            <a:picLocks/>
          </p:cNvPicPr>
          <p:nvPr/>
        </p:nvPicPr>
        <p:blipFill>
          <a:blip r:embed="rId29">
            <a:extLst>
              <a:ext uri="{28A0092B-C50C-407E-A947-70E740481C1C}">
                <a14:useLocalDpi xmlns:a14="http://schemas.microsoft.com/office/drawing/2010/main" val="0"/>
              </a:ext>
            </a:extLst>
          </a:blip>
          <a:stretch>
            <a:fillRect/>
          </a:stretch>
        </p:blipFill>
        <p:spPr>
          <a:xfrm>
            <a:off x="27466335" y="12883331"/>
            <a:ext cx="1137600" cy="1591200"/>
          </a:xfrm>
          <a:prstGeom prst="rect">
            <a:avLst/>
          </a:prstGeom>
        </p:spPr>
      </p:pic>
      <p:sp>
        <p:nvSpPr>
          <p:cNvPr id="1707" name="Rectangle 1706">
            <a:extLst>
              <a:ext uri="{FF2B5EF4-FFF2-40B4-BE49-F238E27FC236}">
                <a16:creationId xmlns:a16="http://schemas.microsoft.com/office/drawing/2014/main" id="{62DF0B2B-5D42-CA61-FB0A-BCF55F9F6C32}"/>
              </a:ext>
            </a:extLst>
          </p:cNvPr>
          <p:cNvSpPr/>
          <p:nvPr/>
        </p:nvSpPr>
        <p:spPr>
          <a:xfrm>
            <a:off x="27737270" y="13059829"/>
            <a:ext cx="862303" cy="1413448"/>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708" name="Picture 1707">
            <a:extLst>
              <a:ext uri="{FF2B5EF4-FFF2-40B4-BE49-F238E27FC236}">
                <a16:creationId xmlns:a16="http://schemas.microsoft.com/office/drawing/2014/main" id="{45E6FF44-A7E2-7C39-94FB-06D28ACCEFA6}"/>
              </a:ext>
            </a:extLst>
          </p:cNvPr>
          <p:cNvPicPr preferRelativeResize="0">
            <a:picLocks/>
          </p:cNvPicPr>
          <p:nvPr/>
        </p:nvPicPr>
        <p:blipFill>
          <a:blip r:embed="rId30">
            <a:extLst>
              <a:ext uri="{28A0092B-C50C-407E-A947-70E740481C1C}">
                <a14:useLocalDpi xmlns:a14="http://schemas.microsoft.com/office/drawing/2010/main" val="0"/>
              </a:ext>
            </a:extLst>
          </a:blip>
          <a:stretch>
            <a:fillRect/>
          </a:stretch>
        </p:blipFill>
        <p:spPr>
          <a:xfrm>
            <a:off x="27461973" y="14943114"/>
            <a:ext cx="1137600" cy="1591200"/>
          </a:xfrm>
          <a:prstGeom prst="rect">
            <a:avLst/>
          </a:prstGeom>
        </p:spPr>
      </p:pic>
      <p:sp>
        <p:nvSpPr>
          <p:cNvPr id="1709" name="Rectangle 1708">
            <a:extLst>
              <a:ext uri="{FF2B5EF4-FFF2-40B4-BE49-F238E27FC236}">
                <a16:creationId xmlns:a16="http://schemas.microsoft.com/office/drawing/2014/main" id="{197F6E70-AE40-E5EA-1CCF-C35B8E4DCD7D}"/>
              </a:ext>
            </a:extLst>
          </p:cNvPr>
          <p:cNvSpPr/>
          <p:nvPr/>
        </p:nvSpPr>
        <p:spPr>
          <a:xfrm>
            <a:off x="27737261" y="15136640"/>
            <a:ext cx="862303" cy="1413448"/>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710" name="Picture 1709">
            <a:extLst>
              <a:ext uri="{FF2B5EF4-FFF2-40B4-BE49-F238E27FC236}">
                <a16:creationId xmlns:a16="http://schemas.microsoft.com/office/drawing/2014/main" id="{58646BD4-446A-B647-6E52-EB9A06EA1167}"/>
              </a:ext>
            </a:extLst>
          </p:cNvPr>
          <p:cNvPicPr preferRelativeResize="0">
            <a:picLocks/>
          </p:cNvPicPr>
          <p:nvPr/>
        </p:nvPicPr>
        <p:blipFill>
          <a:blip r:embed="rId31">
            <a:extLst>
              <a:ext uri="{28A0092B-C50C-407E-A947-70E740481C1C}">
                <a14:useLocalDpi xmlns:a14="http://schemas.microsoft.com/office/drawing/2010/main" val="0"/>
              </a:ext>
            </a:extLst>
          </a:blip>
          <a:stretch>
            <a:fillRect/>
          </a:stretch>
        </p:blipFill>
        <p:spPr>
          <a:xfrm>
            <a:off x="27447806" y="10845102"/>
            <a:ext cx="1139652" cy="1600381"/>
          </a:xfrm>
          <a:prstGeom prst="rect">
            <a:avLst/>
          </a:prstGeom>
        </p:spPr>
      </p:pic>
      <p:sp>
        <p:nvSpPr>
          <p:cNvPr id="1711" name="Rectangle 1710">
            <a:extLst>
              <a:ext uri="{FF2B5EF4-FFF2-40B4-BE49-F238E27FC236}">
                <a16:creationId xmlns:a16="http://schemas.microsoft.com/office/drawing/2014/main" id="{1B7A6836-30F0-E2D2-3E52-D833663C266E}"/>
              </a:ext>
            </a:extLst>
          </p:cNvPr>
          <p:cNvSpPr/>
          <p:nvPr/>
        </p:nvSpPr>
        <p:spPr>
          <a:xfrm>
            <a:off x="27738372" y="11044003"/>
            <a:ext cx="862303" cy="1413448"/>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744" name="Table 2">
            <a:extLst>
              <a:ext uri="{FF2B5EF4-FFF2-40B4-BE49-F238E27FC236}">
                <a16:creationId xmlns:a16="http://schemas.microsoft.com/office/drawing/2014/main" id="{95DF09BE-2CDC-2223-A857-E67896E9CFB2}"/>
              </a:ext>
            </a:extLst>
          </p:cNvPr>
          <p:cNvGraphicFramePr>
            <a:graphicFrameLocks noGrp="1"/>
          </p:cNvGraphicFramePr>
          <p:nvPr>
            <p:extLst>
              <p:ext uri="{D42A27DB-BD31-4B8C-83A1-F6EECF244321}">
                <p14:modId xmlns:p14="http://schemas.microsoft.com/office/powerpoint/2010/main" val="1340098888"/>
              </p:ext>
            </p:extLst>
          </p:nvPr>
        </p:nvGraphicFramePr>
        <p:xfrm>
          <a:off x="21341604" y="23861725"/>
          <a:ext cx="2919625" cy="2347521"/>
        </p:xfrm>
        <a:graphic>
          <a:graphicData uri="http://schemas.openxmlformats.org/drawingml/2006/table">
            <a:tbl>
              <a:tblPr firstRow="1" bandRow="1"/>
              <a:tblGrid>
                <a:gridCol w="1444458">
                  <a:extLst>
                    <a:ext uri="{9D8B030D-6E8A-4147-A177-3AD203B41FA5}">
                      <a16:colId xmlns:a16="http://schemas.microsoft.com/office/drawing/2014/main" val="3188741908"/>
                    </a:ext>
                  </a:extLst>
                </a:gridCol>
                <a:gridCol w="1475167">
                  <a:extLst>
                    <a:ext uri="{9D8B030D-6E8A-4147-A177-3AD203B41FA5}">
                      <a16:colId xmlns:a16="http://schemas.microsoft.com/office/drawing/2014/main" val="1638432415"/>
                    </a:ext>
                  </a:extLst>
                </a:gridCol>
              </a:tblGrid>
              <a:tr h="119872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1050" dirty="0"/>
                    </a:p>
                    <a:p>
                      <a:pPr algn="ctr"/>
                      <a:r>
                        <a:rPr lang="en-IN" sz="2000" dirty="0"/>
                        <a:t>Confusion </a:t>
                      </a:r>
                    </a:p>
                    <a:p>
                      <a:pPr algn="ctr"/>
                      <a:r>
                        <a:rPr lang="en-IN" sz="2000" dirty="0"/>
                        <a:t>Matrices</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[2373     182 ]</a:t>
                      </a:r>
                    </a:p>
                    <a:p>
                      <a:pPr algn="ctr"/>
                      <a:r>
                        <a:rPr lang="en-IN" sz="1800" dirty="0"/>
                        <a:t>[  82       168 ]</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9487521"/>
                  </a:ext>
                </a:extLst>
              </a:tr>
              <a:tr h="114879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[2471      84 ]</a:t>
                      </a:r>
                    </a:p>
                    <a:p>
                      <a:pPr algn="ctr"/>
                      <a:r>
                        <a:rPr lang="en-IN" sz="1800" dirty="0"/>
                        <a:t>[  92       158]</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[2451    104 ]</a:t>
                      </a:r>
                    </a:p>
                    <a:p>
                      <a:pPr algn="ctr"/>
                      <a:r>
                        <a:rPr lang="en-IN" sz="1800" dirty="0"/>
                        <a:t>[  89      161 ]</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68349439"/>
                  </a:ext>
                </a:extLst>
              </a:tr>
            </a:tbl>
          </a:graphicData>
        </a:graphic>
      </p:graphicFrame>
      <p:sp>
        <p:nvSpPr>
          <p:cNvPr id="1745" name="TextBox 1744">
            <a:extLst>
              <a:ext uri="{FF2B5EF4-FFF2-40B4-BE49-F238E27FC236}">
                <a16:creationId xmlns:a16="http://schemas.microsoft.com/office/drawing/2014/main" id="{D8C3BEFE-6061-D1FD-A032-F01072E318DE}"/>
              </a:ext>
            </a:extLst>
          </p:cNvPr>
          <p:cNvSpPr txBox="1"/>
          <p:nvPr/>
        </p:nvSpPr>
        <p:spPr>
          <a:xfrm>
            <a:off x="17430005" y="23014810"/>
            <a:ext cx="3748084"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SVM RESULTS</a:t>
            </a:r>
          </a:p>
        </p:txBody>
      </p:sp>
      <p:sp>
        <p:nvSpPr>
          <p:cNvPr id="1746" name="TextBox 1745">
            <a:extLst>
              <a:ext uri="{FF2B5EF4-FFF2-40B4-BE49-F238E27FC236}">
                <a16:creationId xmlns:a16="http://schemas.microsoft.com/office/drawing/2014/main" id="{7EDA295D-DB9B-85B0-19CF-72840C5E9B2D}"/>
              </a:ext>
            </a:extLst>
          </p:cNvPr>
          <p:cNvSpPr txBox="1"/>
          <p:nvPr/>
        </p:nvSpPr>
        <p:spPr>
          <a:xfrm>
            <a:off x="17430005" y="25062255"/>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RANDOM FOREST RESULTS</a:t>
            </a:r>
          </a:p>
        </p:txBody>
      </p:sp>
      <p:sp>
        <p:nvSpPr>
          <p:cNvPr id="1747" name="TextBox 1746">
            <a:extLst>
              <a:ext uri="{FF2B5EF4-FFF2-40B4-BE49-F238E27FC236}">
                <a16:creationId xmlns:a16="http://schemas.microsoft.com/office/drawing/2014/main" id="{0ECFA9DB-EA21-1BB9-EBF5-B994565179C5}"/>
              </a:ext>
            </a:extLst>
          </p:cNvPr>
          <p:cNvSpPr txBox="1"/>
          <p:nvPr/>
        </p:nvSpPr>
        <p:spPr>
          <a:xfrm>
            <a:off x="17430005" y="27124807"/>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 RESULTS</a:t>
            </a:r>
          </a:p>
        </p:txBody>
      </p:sp>
      <p:sp>
        <p:nvSpPr>
          <p:cNvPr id="1748" name="TextBox 1747">
            <a:extLst>
              <a:ext uri="{FF2B5EF4-FFF2-40B4-BE49-F238E27FC236}">
                <a16:creationId xmlns:a16="http://schemas.microsoft.com/office/drawing/2014/main" id="{CCA008E9-AFA2-AE89-C151-B188C67C471D}"/>
              </a:ext>
            </a:extLst>
          </p:cNvPr>
          <p:cNvSpPr txBox="1"/>
          <p:nvPr/>
        </p:nvSpPr>
        <p:spPr>
          <a:xfrm>
            <a:off x="17430005" y="20448468"/>
            <a:ext cx="2373430" cy="646331"/>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Classification results for image dated</a:t>
            </a:r>
          </a:p>
        </p:txBody>
      </p:sp>
      <p:sp>
        <p:nvSpPr>
          <p:cNvPr id="1749" name="TextBox 1748">
            <a:extLst>
              <a:ext uri="{FF2B5EF4-FFF2-40B4-BE49-F238E27FC236}">
                <a16:creationId xmlns:a16="http://schemas.microsoft.com/office/drawing/2014/main" id="{152E6CC7-79A6-A688-64ED-78DDB1C39515}"/>
              </a:ext>
            </a:extLst>
          </p:cNvPr>
          <p:cNvSpPr txBox="1"/>
          <p:nvPr/>
        </p:nvSpPr>
        <p:spPr>
          <a:xfrm>
            <a:off x="17430005" y="21093911"/>
            <a:ext cx="1141941"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50" name="TextBox 1749">
            <a:extLst>
              <a:ext uri="{FF2B5EF4-FFF2-40B4-BE49-F238E27FC236}">
                <a16:creationId xmlns:a16="http://schemas.microsoft.com/office/drawing/2014/main" id="{48638A59-4AAD-F059-01AA-36B6211C83EF}"/>
              </a:ext>
            </a:extLst>
          </p:cNvPr>
          <p:cNvSpPr txBox="1"/>
          <p:nvPr/>
        </p:nvSpPr>
        <p:spPr>
          <a:xfrm>
            <a:off x="18670028" y="21091376"/>
            <a:ext cx="1133407"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51" name="TextBox 1750">
            <a:extLst>
              <a:ext uri="{FF2B5EF4-FFF2-40B4-BE49-F238E27FC236}">
                <a16:creationId xmlns:a16="http://schemas.microsoft.com/office/drawing/2014/main" id="{4735A3C9-ADEE-8544-E239-22C112712C61}"/>
              </a:ext>
            </a:extLst>
          </p:cNvPr>
          <p:cNvSpPr txBox="1"/>
          <p:nvPr/>
        </p:nvSpPr>
        <p:spPr>
          <a:xfrm>
            <a:off x="20034148" y="20780958"/>
            <a:ext cx="1140378"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Change Detection</a:t>
            </a:r>
          </a:p>
        </p:txBody>
      </p:sp>
      <p:sp>
        <p:nvSpPr>
          <p:cNvPr id="1752" name="TextBox 1751">
            <a:extLst>
              <a:ext uri="{FF2B5EF4-FFF2-40B4-BE49-F238E27FC236}">
                <a16:creationId xmlns:a16="http://schemas.microsoft.com/office/drawing/2014/main" id="{B8CA9C32-9CC3-4C8F-F1A8-DAA9B1311D62}"/>
              </a:ext>
            </a:extLst>
          </p:cNvPr>
          <p:cNvSpPr txBox="1"/>
          <p:nvPr/>
        </p:nvSpPr>
        <p:spPr>
          <a:xfrm>
            <a:off x="22789271" y="25059854"/>
            <a:ext cx="1471029" cy="369332"/>
          </a:xfrm>
          <a:prstGeom prst="rect">
            <a:avLst/>
          </a:prstGeom>
          <a:solidFill>
            <a:srgbClr val="00B0F0"/>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a:t>
            </a:r>
          </a:p>
        </p:txBody>
      </p:sp>
      <p:sp>
        <p:nvSpPr>
          <p:cNvPr id="1753" name="TextBox 1752">
            <a:extLst>
              <a:ext uri="{FF2B5EF4-FFF2-40B4-BE49-F238E27FC236}">
                <a16:creationId xmlns:a16="http://schemas.microsoft.com/office/drawing/2014/main" id="{FC7A3FD3-00AA-39A5-2B5C-81DA01064454}"/>
              </a:ext>
            </a:extLst>
          </p:cNvPr>
          <p:cNvSpPr txBox="1"/>
          <p:nvPr/>
        </p:nvSpPr>
        <p:spPr>
          <a:xfrm>
            <a:off x="22793575" y="23868546"/>
            <a:ext cx="1466726" cy="369332"/>
          </a:xfrm>
          <a:prstGeom prst="rect">
            <a:avLst/>
          </a:prstGeom>
          <a:solidFill>
            <a:srgbClr val="92D050"/>
          </a:solidFill>
          <a:ln w="12700" cap="flat" cmpd="sng" algn="ctr">
            <a:solidFill>
              <a:srgbClr val="70AD47">
                <a:shade val="50000"/>
              </a:srgbClr>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SVM</a:t>
            </a:r>
          </a:p>
        </p:txBody>
      </p:sp>
      <p:sp>
        <p:nvSpPr>
          <p:cNvPr id="1754" name="TextBox 1753">
            <a:extLst>
              <a:ext uri="{FF2B5EF4-FFF2-40B4-BE49-F238E27FC236}">
                <a16:creationId xmlns:a16="http://schemas.microsoft.com/office/drawing/2014/main" id="{CD93A938-EACC-B61A-4A51-0C789BC44990}"/>
              </a:ext>
            </a:extLst>
          </p:cNvPr>
          <p:cNvSpPr txBox="1"/>
          <p:nvPr/>
        </p:nvSpPr>
        <p:spPr>
          <a:xfrm>
            <a:off x="21341600" y="25059170"/>
            <a:ext cx="1440848" cy="369332"/>
          </a:xfrm>
          <a:prstGeom prst="rect">
            <a:avLst/>
          </a:prstGeom>
          <a:solidFill>
            <a:srgbClr val="4472C4">
              <a:lumMod val="60000"/>
              <a:lumOff val="40000"/>
            </a:srgbClr>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R.FOREST</a:t>
            </a:r>
          </a:p>
        </p:txBody>
      </p:sp>
      <p:sp>
        <p:nvSpPr>
          <p:cNvPr id="1755" name="TextBox 1754">
            <a:extLst>
              <a:ext uri="{FF2B5EF4-FFF2-40B4-BE49-F238E27FC236}">
                <a16:creationId xmlns:a16="http://schemas.microsoft.com/office/drawing/2014/main" id="{8535B34C-2D38-CCE3-5CDD-6F9E99E12ED5}"/>
              </a:ext>
            </a:extLst>
          </p:cNvPr>
          <p:cNvSpPr txBox="1"/>
          <p:nvPr/>
        </p:nvSpPr>
        <p:spPr>
          <a:xfrm>
            <a:off x="21341605" y="26303020"/>
            <a:ext cx="2919624" cy="1200329"/>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Area inside red rectangle is </a:t>
            </a:r>
            <a:r>
              <a:rPr kumimoji="0" lang="en-IN" sz="18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area of interest</a:t>
            </a:r>
            <a:r>
              <a:rPr kumimoji="0" lang="en-IN" sz="18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 which accuracy of different ML techniques are being tested</a:t>
            </a:r>
          </a:p>
        </p:txBody>
      </p:sp>
      <p:sp>
        <p:nvSpPr>
          <p:cNvPr id="1756" name="TextBox 1755">
            <a:extLst>
              <a:ext uri="{FF2B5EF4-FFF2-40B4-BE49-F238E27FC236}">
                <a16:creationId xmlns:a16="http://schemas.microsoft.com/office/drawing/2014/main" id="{F9C5EA76-E9D0-EC3F-04B0-DF6614535E30}"/>
              </a:ext>
            </a:extLst>
          </p:cNvPr>
          <p:cNvSpPr txBox="1"/>
          <p:nvPr/>
        </p:nvSpPr>
        <p:spPr>
          <a:xfrm>
            <a:off x="21341604" y="20788132"/>
            <a:ext cx="2911871"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Ground Truth or Reference image for the change</a:t>
            </a:r>
          </a:p>
        </p:txBody>
      </p:sp>
      <p:sp>
        <p:nvSpPr>
          <p:cNvPr id="1757" name="TextBox 1756">
            <a:extLst>
              <a:ext uri="{FF2B5EF4-FFF2-40B4-BE49-F238E27FC236}">
                <a16:creationId xmlns:a16="http://schemas.microsoft.com/office/drawing/2014/main" id="{4DF4174A-C833-66FE-9E7F-99C28874B37F}"/>
              </a:ext>
            </a:extLst>
          </p:cNvPr>
          <p:cNvSpPr txBox="1"/>
          <p:nvPr/>
        </p:nvSpPr>
        <p:spPr>
          <a:xfrm>
            <a:off x="20053647" y="20053434"/>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58" name="TextBox 1757">
            <a:extLst>
              <a:ext uri="{FF2B5EF4-FFF2-40B4-BE49-F238E27FC236}">
                <a16:creationId xmlns:a16="http://schemas.microsoft.com/office/drawing/2014/main" id="{38429DDA-BD16-F9DF-67D4-7C38DD611AAB}"/>
              </a:ext>
            </a:extLst>
          </p:cNvPr>
          <p:cNvSpPr txBox="1"/>
          <p:nvPr/>
        </p:nvSpPr>
        <p:spPr>
          <a:xfrm>
            <a:off x="22248967" y="20053437"/>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759" name="TextBox 1758">
            <a:extLst>
              <a:ext uri="{FF2B5EF4-FFF2-40B4-BE49-F238E27FC236}">
                <a16:creationId xmlns:a16="http://schemas.microsoft.com/office/drawing/2014/main" id="{732F2435-8F34-1CAD-426E-2326EA45E1EC}"/>
              </a:ext>
            </a:extLst>
          </p:cNvPr>
          <p:cNvSpPr txBox="1"/>
          <p:nvPr/>
        </p:nvSpPr>
        <p:spPr>
          <a:xfrm>
            <a:off x="17447074" y="19159753"/>
            <a:ext cx="2356361" cy="923330"/>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Sentinel-2 images of two different dates as input data</a:t>
            </a:r>
          </a:p>
        </p:txBody>
      </p:sp>
      <p:pic>
        <p:nvPicPr>
          <p:cNvPr id="1760" name="Picture 1759">
            <a:extLst>
              <a:ext uri="{FF2B5EF4-FFF2-40B4-BE49-F238E27FC236}">
                <a16:creationId xmlns:a16="http://schemas.microsoft.com/office/drawing/2014/main" id="{8008B7D8-23E9-16A9-26E7-56B24149B383}"/>
              </a:ext>
            </a:extLst>
          </p:cNvPr>
          <p:cNvPicPr preferRelativeResize="0">
            <a:picLocks/>
          </p:cNvPicPr>
          <p:nvPr/>
        </p:nvPicPr>
        <p:blipFill>
          <a:blip r:embed="rId32"/>
          <a:stretch>
            <a:fillRect/>
          </a:stretch>
        </p:blipFill>
        <p:spPr>
          <a:xfrm>
            <a:off x="20053647" y="17437809"/>
            <a:ext cx="2009318" cy="2636088"/>
          </a:xfrm>
          <a:prstGeom prst="rect">
            <a:avLst/>
          </a:prstGeom>
        </p:spPr>
      </p:pic>
      <p:pic>
        <p:nvPicPr>
          <p:cNvPr id="1761" name="Picture 1760">
            <a:extLst>
              <a:ext uri="{FF2B5EF4-FFF2-40B4-BE49-F238E27FC236}">
                <a16:creationId xmlns:a16="http://schemas.microsoft.com/office/drawing/2014/main" id="{7B72D0DD-C195-8E91-EBAE-5863A12CF07B}"/>
              </a:ext>
            </a:extLst>
          </p:cNvPr>
          <p:cNvPicPr preferRelativeResize="0">
            <a:picLocks/>
          </p:cNvPicPr>
          <p:nvPr/>
        </p:nvPicPr>
        <p:blipFill>
          <a:blip r:embed="rId33"/>
          <a:stretch>
            <a:fillRect/>
          </a:stretch>
        </p:blipFill>
        <p:spPr>
          <a:xfrm>
            <a:off x="22248967" y="17414827"/>
            <a:ext cx="2021575" cy="2659070"/>
          </a:xfrm>
          <a:prstGeom prst="rect">
            <a:avLst/>
          </a:prstGeom>
        </p:spPr>
      </p:pic>
      <p:pic>
        <p:nvPicPr>
          <p:cNvPr id="1762" name="Picture 1761">
            <a:extLst>
              <a:ext uri="{FF2B5EF4-FFF2-40B4-BE49-F238E27FC236}">
                <a16:creationId xmlns:a16="http://schemas.microsoft.com/office/drawing/2014/main" id="{8FFF5DD3-2E9E-40E1-4380-E9E485B2FAA0}"/>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1341601" y="21625087"/>
            <a:ext cx="1378861" cy="2019697"/>
          </a:xfrm>
          <a:prstGeom prst="rect">
            <a:avLst/>
          </a:prstGeom>
        </p:spPr>
      </p:pic>
      <p:pic>
        <p:nvPicPr>
          <p:cNvPr id="1763" name="Picture 1762">
            <a:extLst>
              <a:ext uri="{FF2B5EF4-FFF2-40B4-BE49-F238E27FC236}">
                <a16:creationId xmlns:a16="http://schemas.microsoft.com/office/drawing/2014/main" id="{E668BBC9-D4BE-3849-3BC1-4F9A4E167498}"/>
              </a:ext>
            </a:extLst>
          </p:cNvPr>
          <p:cNvPicPr>
            <a:picLocks noChangeAspect="1"/>
          </p:cNvPicPr>
          <p:nvPr/>
        </p:nvPicPr>
        <p:blipFill rotWithShape="1">
          <a:blip r:embed="rId35">
            <a:extLst>
              <a:ext uri="{28A0092B-C50C-407E-A947-70E740481C1C}">
                <a14:useLocalDpi xmlns:a14="http://schemas.microsoft.com/office/drawing/2010/main" val="0"/>
              </a:ext>
            </a:extLst>
          </a:blip>
          <a:srcRect l="7678" t="20092" r="24763" b="27286"/>
          <a:stretch/>
        </p:blipFill>
        <p:spPr>
          <a:xfrm>
            <a:off x="22842162" y="21620214"/>
            <a:ext cx="1424788" cy="2019697"/>
          </a:xfrm>
          <a:prstGeom prst="rect">
            <a:avLst/>
          </a:prstGeom>
        </p:spPr>
      </p:pic>
      <p:pic>
        <p:nvPicPr>
          <p:cNvPr id="1764" name="Picture 1763">
            <a:extLst>
              <a:ext uri="{FF2B5EF4-FFF2-40B4-BE49-F238E27FC236}">
                <a16:creationId xmlns:a16="http://schemas.microsoft.com/office/drawing/2014/main" id="{94F142EF-262F-6C76-D0E9-598CD0A3D3AA}"/>
              </a:ext>
            </a:extLst>
          </p:cNvPr>
          <p:cNvPicPr preferRelativeResize="0">
            <a:picLocks/>
          </p:cNvPicPr>
          <p:nvPr/>
        </p:nvPicPr>
        <p:blipFill>
          <a:blip r:embed="rId36">
            <a:extLst>
              <a:ext uri="{28A0092B-C50C-407E-A947-70E740481C1C}">
                <a14:useLocalDpi xmlns:a14="http://schemas.microsoft.com/office/drawing/2010/main" val="0"/>
              </a:ext>
            </a:extLst>
          </a:blip>
          <a:stretch>
            <a:fillRect/>
          </a:stretch>
        </p:blipFill>
        <p:spPr>
          <a:xfrm>
            <a:off x="17431145" y="21431339"/>
            <a:ext cx="1137600" cy="1591200"/>
          </a:xfrm>
          <a:prstGeom prst="rect">
            <a:avLst/>
          </a:prstGeom>
        </p:spPr>
      </p:pic>
      <p:pic>
        <p:nvPicPr>
          <p:cNvPr id="1765" name="Picture 1764">
            <a:extLst>
              <a:ext uri="{FF2B5EF4-FFF2-40B4-BE49-F238E27FC236}">
                <a16:creationId xmlns:a16="http://schemas.microsoft.com/office/drawing/2014/main" id="{F45510FF-C18E-0DF8-A343-A9289D5AB850}"/>
              </a:ext>
            </a:extLst>
          </p:cNvPr>
          <p:cNvPicPr preferRelativeResize="0">
            <a:picLocks/>
          </p:cNvPicPr>
          <p:nvPr/>
        </p:nvPicPr>
        <p:blipFill>
          <a:blip r:embed="rId37">
            <a:extLst>
              <a:ext uri="{28A0092B-C50C-407E-A947-70E740481C1C}">
                <a14:useLocalDpi xmlns:a14="http://schemas.microsoft.com/office/drawing/2010/main" val="0"/>
              </a:ext>
            </a:extLst>
          </a:blip>
          <a:stretch>
            <a:fillRect/>
          </a:stretch>
        </p:blipFill>
        <p:spPr>
          <a:xfrm>
            <a:off x="18665835" y="21431339"/>
            <a:ext cx="1137600" cy="1591200"/>
          </a:xfrm>
          <a:prstGeom prst="rect">
            <a:avLst/>
          </a:prstGeom>
        </p:spPr>
      </p:pic>
      <p:pic>
        <p:nvPicPr>
          <p:cNvPr id="1766" name="Picture 1765">
            <a:extLst>
              <a:ext uri="{FF2B5EF4-FFF2-40B4-BE49-F238E27FC236}">
                <a16:creationId xmlns:a16="http://schemas.microsoft.com/office/drawing/2014/main" id="{98DC7E97-CA45-FDE2-DE84-BC34D06C5BBC}"/>
              </a:ext>
            </a:extLst>
          </p:cNvPr>
          <p:cNvPicPr preferRelativeResize="0">
            <a:picLocks/>
          </p:cNvPicPr>
          <p:nvPr/>
        </p:nvPicPr>
        <p:blipFill>
          <a:blip r:embed="rId38">
            <a:extLst>
              <a:ext uri="{28A0092B-C50C-407E-A947-70E740481C1C}">
                <a14:useLocalDpi xmlns:a14="http://schemas.microsoft.com/office/drawing/2010/main" val="0"/>
              </a:ext>
            </a:extLst>
          </a:blip>
          <a:stretch>
            <a:fillRect/>
          </a:stretch>
        </p:blipFill>
        <p:spPr>
          <a:xfrm>
            <a:off x="17427114" y="23472309"/>
            <a:ext cx="1137600" cy="1591200"/>
          </a:xfrm>
          <a:prstGeom prst="rect">
            <a:avLst/>
          </a:prstGeom>
        </p:spPr>
      </p:pic>
      <p:pic>
        <p:nvPicPr>
          <p:cNvPr id="1767" name="Picture 1766">
            <a:extLst>
              <a:ext uri="{FF2B5EF4-FFF2-40B4-BE49-F238E27FC236}">
                <a16:creationId xmlns:a16="http://schemas.microsoft.com/office/drawing/2014/main" id="{D07B626B-87B7-9126-8694-8E438344A6AA}"/>
              </a:ext>
            </a:extLst>
          </p:cNvPr>
          <p:cNvPicPr preferRelativeResize="0">
            <a:picLocks/>
          </p:cNvPicPr>
          <p:nvPr/>
        </p:nvPicPr>
        <p:blipFill>
          <a:blip r:embed="rId39">
            <a:extLst>
              <a:ext uri="{28A0092B-C50C-407E-A947-70E740481C1C}">
                <a14:useLocalDpi xmlns:a14="http://schemas.microsoft.com/office/drawing/2010/main" val="0"/>
              </a:ext>
            </a:extLst>
          </a:blip>
          <a:stretch>
            <a:fillRect/>
          </a:stretch>
        </p:blipFill>
        <p:spPr>
          <a:xfrm>
            <a:off x="18669734" y="23471649"/>
            <a:ext cx="1137600" cy="1591200"/>
          </a:xfrm>
          <a:prstGeom prst="rect">
            <a:avLst/>
          </a:prstGeom>
        </p:spPr>
      </p:pic>
      <p:pic>
        <p:nvPicPr>
          <p:cNvPr id="1768" name="Picture 1767">
            <a:extLst>
              <a:ext uri="{FF2B5EF4-FFF2-40B4-BE49-F238E27FC236}">
                <a16:creationId xmlns:a16="http://schemas.microsoft.com/office/drawing/2014/main" id="{9CAD3A51-6142-742A-EDCD-F9198DB2F1A5}"/>
              </a:ext>
            </a:extLst>
          </p:cNvPr>
          <p:cNvPicPr preferRelativeResize="0">
            <a:picLocks/>
          </p:cNvPicPr>
          <p:nvPr/>
        </p:nvPicPr>
        <p:blipFill>
          <a:blip r:embed="rId40">
            <a:extLst>
              <a:ext uri="{28A0092B-C50C-407E-A947-70E740481C1C}">
                <a14:useLocalDpi xmlns:a14="http://schemas.microsoft.com/office/drawing/2010/main" val="0"/>
              </a:ext>
            </a:extLst>
          </a:blip>
          <a:stretch>
            <a:fillRect/>
          </a:stretch>
        </p:blipFill>
        <p:spPr>
          <a:xfrm>
            <a:off x="18675095" y="25538726"/>
            <a:ext cx="1137600" cy="1591200"/>
          </a:xfrm>
          <a:prstGeom prst="rect">
            <a:avLst/>
          </a:prstGeom>
        </p:spPr>
      </p:pic>
      <p:pic>
        <p:nvPicPr>
          <p:cNvPr id="1769" name="Picture 1768">
            <a:extLst>
              <a:ext uri="{FF2B5EF4-FFF2-40B4-BE49-F238E27FC236}">
                <a16:creationId xmlns:a16="http://schemas.microsoft.com/office/drawing/2014/main" id="{7E746336-2D1B-ED99-08AA-962974FD651B}"/>
              </a:ext>
            </a:extLst>
          </p:cNvPr>
          <p:cNvPicPr preferRelativeResize="0">
            <a:picLocks/>
          </p:cNvPicPr>
          <p:nvPr/>
        </p:nvPicPr>
        <p:blipFill>
          <a:blip r:embed="rId41">
            <a:extLst>
              <a:ext uri="{28A0092B-C50C-407E-A947-70E740481C1C}">
                <a14:useLocalDpi xmlns:a14="http://schemas.microsoft.com/office/drawing/2010/main" val="0"/>
              </a:ext>
            </a:extLst>
          </a:blip>
          <a:stretch>
            <a:fillRect/>
          </a:stretch>
        </p:blipFill>
        <p:spPr>
          <a:xfrm>
            <a:off x="17430005" y="25543844"/>
            <a:ext cx="1137600" cy="1591200"/>
          </a:xfrm>
          <a:prstGeom prst="rect">
            <a:avLst/>
          </a:prstGeom>
        </p:spPr>
      </p:pic>
      <p:pic>
        <p:nvPicPr>
          <p:cNvPr id="1770" name="Picture 1769">
            <a:extLst>
              <a:ext uri="{FF2B5EF4-FFF2-40B4-BE49-F238E27FC236}">
                <a16:creationId xmlns:a16="http://schemas.microsoft.com/office/drawing/2014/main" id="{E0C6B226-3B52-E411-0AF6-AF80CC79A903}"/>
              </a:ext>
            </a:extLst>
          </p:cNvPr>
          <p:cNvPicPr preferRelativeResize="0">
            <a:picLocks/>
          </p:cNvPicPr>
          <p:nvPr/>
        </p:nvPicPr>
        <p:blipFill>
          <a:blip r:embed="rId42">
            <a:extLst>
              <a:ext uri="{28A0092B-C50C-407E-A947-70E740481C1C}">
                <a14:useLocalDpi xmlns:a14="http://schemas.microsoft.com/office/drawing/2010/main" val="0"/>
              </a:ext>
            </a:extLst>
          </a:blip>
          <a:stretch>
            <a:fillRect/>
          </a:stretch>
        </p:blipFill>
        <p:spPr>
          <a:xfrm>
            <a:off x="20046184" y="23487341"/>
            <a:ext cx="1137600" cy="1591200"/>
          </a:xfrm>
          <a:prstGeom prst="rect">
            <a:avLst/>
          </a:prstGeom>
        </p:spPr>
      </p:pic>
      <p:pic>
        <p:nvPicPr>
          <p:cNvPr id="1771" name="Picture 1770">
            <a:extLst>
              <a:ext uri="{FF2B5EF4-FFF2-40B4-BE49-F238E27FC236}">
                <a16:creationId xmlns:a16="http://schemas.microsoft.com/office/drawing/2014/main" id="{85FFE233-63FE-BB65-934F-ACEFA421377F}"/>
              </a:ext>
            </a:extLst>
          </p:cNvPr>
          <p:cNvPicPr preferRelativeResize="0">
            <a:picLocks/>
          </p:cNvPicPr>
          <p:nvPr/>
        </p:nvPicPr>
        <p:blipFill>
          <a:blip r:embed="rId43">
            <a:extLst>
              <a:ext uri="{28A0092B-C50C-407E-A947-70E740481C1C}">
                <a14:useLocalDpi xmlns:a14="http://schemas.microsoft.com/office/drawing/2010/main" val="0"/>
              </a:ext>
            </a:extLst>
          </a:blip>
          <a:stretch>
            <a:fillRect/>
          </a:stretch>
        </p:blipFill>
        <p:spPr>
          <a:xfrm>
            <a:off x="20057818" y="25543844"/>
            <a:ext cx="1137600" cy="1591200"/>
          </a:xfrm>
          <a:prstGeom prst="rect">
            <a:avLst/>
          </a:prstGeom>
        </p:spPr>
      </p:pic>
      <p:sp>
        <p:nvSpPr>
          <p:cNvPr id="1772" name="Rectangle 1771">
            <a:extLst>
              <a:ext uri="{FF2B5EF4-FFF2-40B4-BE49-F238E27FC236}">
                <a16:creationId xmlns:a16="http://schemas.microsoft.com/office/drawing/2014/main" id="{C3618A98-D95B-7B3A-F325-AF7BA7A8B3B5}"/>
              </a:ext>
            </a:extLst>
          </p:cNvPr>
          <p:cNvSpPr/>
          <p:nvPr/>
        </p:nvSpPr>
        <p:spPr>
          <a:xfrm>
            <a:off x="20266317" y="25928137"/>
            <a:ext cx="653143" cy="68872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73" name="Rectangle 1772">
            <a:extLst>
              <a:ext uri="{FF2B5EF4-FFF2-40B4-BE49-F238E27FC236}">
                <a16:creationId xmlns:a16="http://schemas.microsoft.com/office/drawing/2014/main" id="{4BDF55E4-AAEF-41CB-1476-748A0A114573}"/>
              </a:ext>
            </a:extLst>
          </p:cNvPr>
          <p:cNvSpPr/>
          <p:nvPr/>
        </p:nvSpPr>
        <p:spPr>
          <a:xfrm>
            <a:off x="20244545" y="23877263"/>
            <a:ext cx="653143" cy="68872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774" name="Picture 1773">
            <a:extLst>
              <a:ext uri="{FF2B5EF4-FFF2-40B4-BE49-F238E27FC236}">
                <a16:creationId xmlns:a16="http://schemas.microsoft.com/office/drawing/2014/main" id="{74B199E0-51F1-1DBD-FEE1-C43D7A543895}"/>
              </a:ext>
            </a:extLst>
          </p:cNvPr>
          <p:cNvPicPr preferRelativeResize="0">
            <a:picLocks/>
          </p:cNvPicPr>
          <p:nvPr/>
        </p:nvPicPr>
        <p:blipFill>
          <a:blip r:embed="rId44">
            <a:extLst>
              <a:ext uri="{28A0092B-C50C-407E-A947-70E740481C1C}">
                <a14:useLocalDpi xmlns:a14="http://schemas.microsoft.com/office/drawing/2010/main" val="0"/>
              </a:ext>
            </a:extLst>
          </a:blip>
          <a:stretch>
            <a:fillRect/>
          </a:stretch>
        </p:blipFill>
        <p:spPr>
          <a:xfrm>
            <a:off x="20046184" y="21431339"/>
            <a:ext cx="1137600" cy="1591200"/>
          </a:xfrm>
          <a:prstGeom prst="rect">
            <a:avLst/>
          </a:prstGeom>
        </p:spPr>
      </p:pic>
      <p:sp>
        <p:nvSpPr>
          <p:cNvPr id="1775" name="Rectangle 1774">
            <a:extLst>
              <a:ext uri="{FF2B5EF4-FFF2-40B4-BE49-F238E27FC236}">
                <a16:creationId xmlns:a16="http://schemas.microsoft.com/office/drawing/2014/main" id="{7EDD0B32-8B60-26B4-4DC2-B080335E62B0}"/>
              </a:ext>
            </a:extLst>
          </p:cNvPr>
          <p:cNvSpPr/>
          <p:nvPr/>
        </p:nvSpPr>
        <p:spPr>
          <a:xfrm>
            <a:off x="20216159" y="21827221"/>
            <a:ext cx="653143" cy="68872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08" name="Table 2">
            <a:extLst>
              <a:ext uri="{FF2B5EF4-FFF2-40B4-BE49-F238E27FC236}">
                <a16:creationId xmlns:a16="http://schemas.microsoft.com/office/drawing/2014/main" id="{2EA7E99D-D074-5504-423C-ECD311B1DEBF}"/>
              </a:ext>
            </a:extLst>
          </p:cNvPr>
          <p:cNvGraphicFramePr>
            <a:graphicFrameLocks noGrp="1"/>
          </p:cNvGraphicFramePr>
          <p:nvPr>
            <p:extLst>
              <p:ext uri="{D42A27DB-BD31-4B8C-83A1-F6EECF244321}">
                <p14:modId xmlns:p14="http://schemas.microsoft.com/office/powerpoint/2010/main" val="1056853895"/>
              </p:ext>
            </p:extLst>
          </p:nvPr>
        </p:nvGraphicFramePr>
        <p:xfrm>
          <a:off x="28788025" y="23866672"/>
          <a:ext cx="2919625" cy="2347521"/>
        </p:xfrm>
        <a:graphic>
          <a:graphicData uri="http://schemas.openxmlformats.org/drawingml/2006/table">
            <a:tbl>
              <a:tblPr firstRow="1" bandRow="1"/>
              <a:tblGrid>
                <a:gridCol w="1444458">
                  <a:extLst>
                    <a:ext uri="{9D8B030D-6E8A-4147-A177-3AD203B41FA5}">
                      <a16:colId xmlns:a16="http://schemas.microsoft.com/office/drawing/2014/main" val="3188741908"/>
                    </a:ext>
                  </a:extLst>
                </a:gridCol>
                <a:gridCol w="1475167">
                  <a:extLst>
                    <a:ext uri="{9D8B030D-6E8A-4147-A177-3AD203B41FA5}">
                      <a16:colId xmlns:a16="http://schemas.microsoft.com/office/drawing/2014/main" val="1638432415"/>
                    </a:ext>
                  </a:extLst>
                </a:gridCol>
              </a:tblGrid>
              <a:tr h="1198727">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1050" dirty="0"/>
                    </a:p>
                    <a:p>
                      <a:pPr algn="ctr"/>
                      <a:r>
                        <a:rPr lang="en-IN" sz="2000" dirty="0"/>
                        <a:t>Confusion </a:t>
                      </a:r>
                    </a:p>
                    <a:p>
                      <a:pPr algn="ctr"/>
                      <a:r>
                        <a:rPr lang="en-IN" sz="2000" dirty="0"/>
                        <a:t>Matrices</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[1207     429 ]</a:t>
                      </a:r>
                    </a:p>
                    <a:p>
                      <a:pPr algn="ctr"/>
                      <a:r>
                        <a:rPr lang="en-IN" sz="1800" dirty="0"/>
                        <a:t>[  69      1068]</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879487521"/>
                  </a:ext>
                </a:extLst>
              </a:tr>
              <a:tr h="114879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[1207    429 ]</a:t>
                      </a:r>
                    </a:p>
                    <a:p>
                      <a:pPr algn="ctr"/>
                      <a:r>
                        <a:rPr lang="en-IN" sz="1800" dirty="0"/>
                        <a:t>[  71     1066]</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IN" sz="2600" dirty="0"/>
                    </a:p>
                    <a:p>
                      <a:pPr algn="ctr"/>
                      <a:r>
                        <a:rPr lang="en-IN" sz="1800" dirty="0"/>
                        <a:t>[1205     431 ]</a:t>
                      </a:r>
                    </a:p>
                    <a:p>
                      <a:pPr algn="ctr"/>
                      <a:r>
                        <a:rPr lang="en-IN" sz="1800" dirty="0"/>
                        <a:t>[  74      1063]</a:t>
                      </a:r>
                    </a:p>
                  </a:txBody>
                  <a:tcPr marT="45718" marB="45718">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68349439"/>
                  </a:ext>
                </a:extLst>
              </a:tr>
            </a:tbl>
          </a:graphicData>
        </a:graphic>
      </p:graphicFrame>
      <p:sp>
        <p:nvSpPr>
          <p:cNvPr id="1809" name="TextBox 1808">
            <a:extLst>
              <a:ext uri="{FF2B5EF4-FFF2-40B4-BE49-F238E27FC236}">
                <a16:creationId xmlns:a16="http://schemas.microsoft.com/office/drawing/2014/main" id="{53F1075C-55C2-30B2-FD01-DBF6C6945722}"/>
              </a:ext>
            </a:extLst>
          </p:cNvPr>
          <p:cNvSpPr txBox="1"/>
          <p:nvPr/>
        </p:nvSpPr>
        <p:spPr>
          <a:xfrm>
            <a:off x="24876426" y="23019757"/>
            <a:ext cx="3748084"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SVM RESULTS</a:t>
            </a:r>
          </a:p>
        </p:txBody>
      </p:sp>
      <p:sp>
        <p:nvSpPr>
          <p:cNvPr id="1810" name="TextBox 1809">
            <a:extLst>
              <a:ext uri="{FF2B5EF4-FFF2-40B4-BE49-F238E27FC236}">
                <a16:creationId xmlns:a16="http://schemas.microsoft.com/office/drawing/2014/main" id="{1C65FD07-8533-C22D-CA66-BD932A5B2B24}"/>
              </a:ext>
            </a:extLst>
          </p:cNvPr>
          <p:cNvSpPr txBox="1"/>
          <p:nvPr/>
        </p:nvSpPr>
        <p:spPr>
          <a:xfrm>
            <a:off x="24876426" y="25067202"/>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RANDOM FOREST RESULTS</a:t>
            </a:r>
          </a:p>
        </p:txBody>
      </p:sp>
      <p:sp>
        <p:nvSpPr>
          <p:cNvPr id="1811" name="TextBox 1810">
            <a:extLst>
              <a:ext uri="{FF2B5EF4-FFF2-40B4-BE49-F238E27FC236}">
                <a16:creationId xmlns:a16="http://schemas.microsoft.com/office/drawing/2014/main" id="{8911E743-6DE6-3E1C-C91F-C5FC765496CC}"/>
              </a:ext>
            </a:extLst>
          </p:cNvPr>
          <p:cNvSpPr txBox="1"/>
          <p:nvPr/>
        </p:nvSpPr>
        <p:spPr>
          <a:xfrm>
            <a:off x="24876426" y="27129754"/>
            <a:ext cx="3762522" cy="383823"/>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 RESULTS</a:t>
            </a:r>
          </a:p>
        </p:txBody>
      </p:sp>
      <p:sp>
        <p:nvSpPr>
          <p:cNvPr id="1812" name="TextBox 1811">
            <a:extLst>
              <a:ext uri="{FF2B5EF4-FFF2-40B4-BE49-F238E27FC236}">
                <a16:creationId xmlns:a16="http://schemas.microsoft.com/office/drawing/2014/main" id="{3751CDB0-3404-9FA6-6985-9925D45E4752}"/>
              </a:ext>
            </a:extLst>
          </p:cNvPr>
          <p:cNvSpPr txBox="1"/>
          <p:nvPr/>
        </p:nvSpPr>
        <p:spPr>
          <a:xfrm>
            <a:off x="24876426" y="20453415"/>
            <a:ext cx="2373430" cy="646331"/>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Classification results for image dated</a:t>
            </a:r>
          </a:p>
        </p:txBody>
      </p:sp>
      <p:sp>
        <p:nvSpPr>
          <p:cNvPr id="1813" name="TextBox 1812">
            <a:extLst>
              <a:ext uri="{FF2B5EF4-FFF2-40B4-BE49-F238E27FC236}">
                <a16:creationId xmlns:a16="http://schemas.microsoft.com/office/drawing/2014/main" id="{C2C7FB40-7C46-C619-255C-0CDB817A532D}"/>
              </a:ext>
            </a:extLst>
          </p:cNvPr>
          <p:cNvSpPr txBox="1"/>
          <p:nvPr/>
        </p:nvSpPr>
        <p:spPr>
          <a:xfrm>
            <a:off x="24876426" y="21098858"/>
            <a:ext cx="1141941"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14" name="TextBox 1813">
            <a:extLst>
              <a:ext uri="{FF2B5EF4-FFF2-40B4-BE49-F238E27FC236}">
                <a16:creationId xmlns:a16="http://schemas.microsoft.com/office/drawing/2014/main" id="{E0D44AC7-B5FC-5B3E-E175-36CA6D947745}"/>
              </a:ext>
            </a:extLst>
          </p:cNvPr>
          <p:cNvSpPr txBox="1"/>
          <p:nvPr/>
        </p:nvSpPr>
        <p:spPr>
          <a:xfrm>
            <a:off x="26116449" y="21096323"/>
            <a:ext cx="1133407" cy="338682"/>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601"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15" name="TextBox 1814">
            <a:extLst>
              <a:ext uri="{FF2B5EF4-FFF2-40B4-BE49-F238E27FC236}">
                <a16:creationId xmlns:a16="http://schemas.microsoft.com/office/drawing/2014/main" id="{FDDA8085-0B3D-228F-03E2-1A8828DCC104}"/>
              </a:ext>
            </a:extLst>
          </p:cNvPr>
          <p:cNvSpPr txBox="1"/>
          <p:nvPr/>
        </p:nvSpPr>
        <p:spPr>
          <a:xfrm>
            <a:off x="27480569" y="20785905"/>
            <a:ext cx="1140378"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Change Detection</a:t>
            </a:r>
          </a:p>
        </p:txBody>
      </p:sp>
      <p:sp>
        <p:nvSpPr>
          <p:cNvPr id="1816" name="TextBox 1815">
            <a:extLst>
              <a:ext uri="{FF2B5EF4-FFF2-40B4-BE49-F238E27FC236}">
                <a16:creationId xmlns:a16="http://schemas.microsoft.com/office/drawing/2014/main" id="{6ADCC856-59C3-7EB6-4004-F6C1FBE4F9D1}"/>
              </a:ext>
            </a:extLst>
          </p:cNvPr>
          <p:cNvSpPr txBox="1"/>
          <p:nvPr/>
        </p:nvSpPr>
        <p:spPr>
          <a:xfrm>
            <a:off x="30235692" y="25064801"/>
            <a:ext cx="1471029" cy="369332"/>
          </a:xfrm>
          <a:prstGeom prst="rect">
            <a:avLst/>
          </a:prstGeom>
          <a:solidFill>
            <a:srgbClr val="00B0F0"/>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DNN</a:t>
            </a:r>
          </a:p>
        </p:txBody>
      </p:sp>
      <p:sp>
        <p:nvSpPr>
          <p:cNvPr id="1817" name="TextBox 1816">
            <a:extLst>
              <a:ext uri="{FF2B5EF4-FFF2-40B4-BE49-F238E27FC236}">
                <a16:creationId xmlns:a16="http://schemas.microsoft.com/office/drawing/2014/main" id="{5B6E01AB-3630-4F98-D51D-D85558B8C2A6}"/>
              </a:ext>
            </a:extLst>
          </p:cNvPr>
          <p:cNvSpPr txBox="1"/>
          <p:nvPr/>
        </p:nvSpPr>
        <p:spPr>
          <a:xfrm>
            <a:off x="30239996" y="23873493"/>
            <a:ext cx="1466726" cy="369332"/>
          </a:xfrm>
          <a:prstGeom prst="rect">
            <a:avLst/>
          </a:prstGeom>
          <a:solidFill>
            <a:srgbClr val="92D050"/>
          </a:solidFill>
          <a:ln w="12700" cap="flat" cmpd="sng" algn="ctr">
            <a:solidFill>
              <a:srgbClr val="70AD47">
                <a:shade val="50000"/>
              </a:srgbClr>
            </a:solidFill>
            <a:prstDash val="solid"/>
            <a:miter lim="800000"/>
          </a:ln>
          <a:effectLst/>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SVM</a:t>
            </a:r>
          </a:p>
        </p:txBody>
      </p:sp>
      <p:sp>
        <p:nvSpPr>
          <p:cNvPr id="1818" name="TextBox 1817">
            <a:extLst>
              <a:ext uri="{FF2B5EF4-FFF2-40B4-BE49-F238E27FC236}">
                <a16:creationId xmlns:a16="http://schemas.microsoft.com/office/drawing/2014/main" id="{E69B2FCA-2170-3CF2-6F22-ED55C93064E8}"/>
              </a:ext>
            </a:extLst>
          </p:cNvPr>
          <p:cNvSpPr txBox="1"/>
          <p:nvPr/>
        </p:nvSpPr>
        <p:spPr>
          <a:xfrm>
            <a:off x="28788021" y="25064117"/>
            <a:ext cx="1440848" cy="369332"/>
          </a:xfrm>
          <a:prstGeom prst="rect">
            <a:avLst/>
          </a:prstGeom>
          <a:solidFill>
            <a:srgbClr val="4472C4">
              <a:lumMod val="60000"/>
              <a:lumOff val="40000"/>
            </a:srgbClr>
          </a:solid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R.FOREST</a:t>
            </a:r>
          </a:p>
        </p:txBody>
      </p:sp>
      <p:sp>
        <p:nvSpPr>
          <p:cNvPr id="1819" name="TextBox 1818">
            <a:extLst>
              <a:ext uri="{FF2B5EF4-FFF2-40B4-BE49-F238E27FC236}">
                <a16:creationId xmlns:a16="http://schemas.microsoft.com/office/drawing/2014/main" id="{94A302D0-DA3F-287B-A096-9450816D0111}"/>
              </a:ext>
            </a:extLst>
          </p:cNvPr>
          <p:cNvSpPr txBox="1"/>
          <p:nvPr/>
        </p:nvSpPr>
        <p:spPr>
          <a:xfrm>
            <a:off x="28788026" y="26307967"/>
            <a:ext cx="2919624" cy="1200329"/>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Area inside red rectangle is </a:t>
            </a:r>
            <a:r>
              <a:rPr kumimoji="0" lang="en-IN" sz="18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area of interest</a:t>
            </a:r>
            <a:r>
              <a:rPr kumimoji="0" lang="en-IN" sz="18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on which accuracy of different ML techniques are being tested</a:t>
            </a:r>
          </a:p>
        </p:txBody>
      </p:sp>
      <p:sp>
        <p:nvSpPr>
          <p:cNvPr id="1820" name="TextBox 1819">
            <a:extLst>
              <a:ext uri="{FF2B5EF4-FFF2-40B4-BE49-F238E27FC236}">
                <a16:creationId xmlns:a16="http://schemas.microsoft.com/office/drawing/2014/main" id="{2AC1A5EF-B5AE-DE97-A03D-DFFAB3B9E0E5}"/>
              </a:ext>
            </a:extLst>
          </p:cNvPr>
          <p:cNvSpPr txBox="1"/>
          <p:nvPr/>
        </p:nvSpPr>
        <p:spPr>
          <a:xfrm>
            <a:off x="28788025" y="20793079"/>
            <a:ext cx="2911871" cy="646331"/>
          </a:xfrm>
          <a:prstGeom prst="rect">
            <a:avLst/>
          </a:prstGeom>
          <a:noFill/>
          <a:ln>
            <a:solidFill>
              <a:sysClr val="windowText" lastClr="000000"/>
            </a:solidFill>
          </a:ln>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Ground Truth or Reference image for the change</a:t>
            </a:r>
          </a:p>
        </p:txBody>
      </p:sp>
      <p:sp>
        <p:nvSpPr>
          <p:cNvPr id="1821" name="TextBox 1820">
            <a:extLst>
              <a:ext uri="{FF2B5EF4-FFF2-40B4-BE49-F238E27FC236}">
                <a16:creationId xmlns:a16="http://schemas.microsoft.com/office/drawing/2014/main" id="{95CF42EA-8ECF-C5A2-278A-D9BB51A872CC}"/>
              </a:ext>
            </a:extLst>
          </p:cNvPr>
          <p:cNvSpPr txBox="1"/>
          <p:nvPr/>
        </p:nvSpPr>
        <p:spPr>
          <a:xfrm>
            <a:off x="27492405" y="20058384"/>
            <a:ext cx="2004504"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31-12-2018</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22" name="TextBox 1821">
            <a:extLst>
              <a:ext uri="{FF2B5EF4-FFF2-40B4-BE49-F238E27FC236}">
                <a16:creationId xmlns:a16="http://schemas.microsoft.com/office/drawing/2014/main" id="{8743E45C-B17E-7968-D367-159B5C918C29}"/>
              </a:ext>
            </a:extLst>
          </p:cNvPr>
          <p:cNvSpPr txBox="1"/>
          <p:nvPr/>
        </p:nvSpPr>
        <p:spPr>
          <a:xfrm>
            <a:off x="29695388" y="20058384"/>
            <a:ext cx="2004505" cy="369332"/>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panose="020F0502020204030204"/>
                <a:cs typeface="+mn-cs"/>
              </a:rPr>
              <a:t>21-10-2022</a:t>
            </a:r>
            <a:endPar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23" name="TextBox 1822">
            <a:extLst>
              <a:ext uri="{FF2B5EF4-FFF2-40B4-BE49-F238E27FC236}">
                <a16:creationId xmlns:a16="http://schemas.microsoft.com/office/drawing/2014/main" id="{0CF20AF3-0C0D-2133-F70E-9EFC2DB109DD}"/>
              </a:ext>
            </a:extLst>
          </p:cNvPr>
          <p:cNvSpPr txBox="1"/>
          <p:nvPr/>
        </p:nvSpPr>
        <p:spPr>
          <a:xfrm>
            <a:off x="24843300" y="19164203"/>
            <a:ext cx="2356361" cy="923330"/>
          </a:xfrm>
          <a:prstGeom prst="rect">
            <a:avLst/>
          </a:prstGeom>
          <a:noFill/>
          <a:ln>
            <a:solidFill>
              <a:sysClr val="windowText" lastClr="000000"/>
            </a:solid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Sentinel-2 images of two different dates as input data</a:t>
            </a:r>
          </a:p>
        </p:txBody>
      </p:sp>
      <p:pic>
        <p:nvPicPr>
          <p:cNvPr id="1824" name="Picture 1823">
            <a:extLst>
              <a:ext uri="{FF2B5EF4-FFF2-40B4-BE49-F238E27FC236}">
                <a16:creationId xmlns:a16="http://schemas.microsoft.com/office/drawing/2014/main" id="{2A73448D-56E6-F68D-5A06-A9746708EE5C}"/>
              </a:ext>
            </a:extLst>
          </p:cNvPr>
          <p:cNvPicPr preferRelativeResize="0">
            <a:picLocks/>
          </p:cNvPicPr>
          <p:nvPr/>
        </p:nvPicPr>
        <p:blipFill>
          <a:blip r:embed="rId45"/>
          <a:stretch>
            <a:fillRect/>
          </a:stretch>
        </p:blipFill>
        <p:spPr>
          <a:xfrm>
            <a:off x="27492405" y="17440731"/>
            <a:ext cx="2012167" cy="2613600"/>
          </a:xfrm>
          <a:prstGeom prst="rect">
            <a:avLst/>
          </a:prstGeom>
        </p:spPr>
      </p:pic>
      <p:pic>
        <p:nvPicPr>
          <p:cNvPr id="1825" name="Picture 1824">
            <a:extLst>
              <a:ext uri="{FF2B5EF4-FFF2-40B4-BE49-F238E27FC236}">
                <a16:creationId xmlns:a16="http://schemas.microsoft.com/office/drawing/2014/main" id="{799CDE4D-865E-4BC5-7C0A-0689BDBD6DFA}"/>
              </a:ext>
            </a:extLst>
          </p:cNvPr>
          <p:cNvPicPr preferRelativeResize="0">
            <a:picLocks/>
          </p:cNvPicPr>
          <p:nvPr/>
        </p:nvPicPr>
        <p:blipFill>
          <a:blip r:embed="rId46"/>
          <a:stretch>
            <a:fillRect/>
          </a:stretch>
        </p:blipFill>
        <p:spPr>
          <a:xfrm>
            <a:off x="29699821" y="17434681"/>
            <a:ext cx="2000071" cy="2613601"/>
          </a:xfrm>
          <a:prstGeom prst="rect">
            <a:avLst/>
          </a:prstGeom>
        </p:spPr>
      </p:pic>
      <p:pic>
        <p:nvPicPr>
          <p:cNvPr id="1826" name="Picture 1825">
            <a:extLst>
              <a:ext uri="{FF2B5EF4-FFF2-40B4-BE49-F238E27FC236}">
                <a16:creationId xmlns:a16="http://schemas.microsoft.com/office/drawing/2014/main" id="{23514C20-77E9-79E9-3B83-17ACD7E085C0}"/>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28787504" y="21646750"/>
            <a:ext cx="1368588" cy="1998108"/>
          </a:xfrm>
          <a:prstGeom prst="rect">
            <a:avLst/>
          </a:prstGeom>
        </p:spPr>
      </p:pic>
      <p:pic>
        <p:nvPicPr>
          <p:cNvPr id="1827" name="Picture 1826">
            <a:extLst>
              <a:ext uri="{FF2B5EF4-FFF2-40B4-BE49-F238E27FC236}">
                <a16:creationId xmlns:a16="http://schemas.microsoft.com/office/drawing/2014/main" id="{E0F652DC-4C5A-D793-504D-A4727B1DC04B}"/>
              </a:ext>
            </a:extLst>
          </p:cNvPr>
          <p:cNvPicPr>
            <a:picLocks noChangeAspect="1"/>
          </p:cNvPicPr>
          <p:nvPr/>
        </p:nvPicPr>
        <p:blipFill rotWithShape="1">
          <a:blip r:embed="rId48">
            <a:extLst>
              <a:ext uri="{28A0092B-C50C-407E-A947-70E740481C1C}">
                <a14:useLocalDpi xmlns:a14="http://schemas.microsoft.com/office/drawing/2010/main" val="0"/>
              </a:ext>
            </a:extLst>
          </a:blip>
          <a:srcRect l="25915" t="36386" r="23099" b="25455"/>
          <a:stretch/>
        </p:blipFill>
        <p:spPr>
          <a:xfrm>
            <a:off x="30292175" y="21646751"/>
            <a:ext cx="1424789" cy="1998108"/>
          </a:xfrm>
          <a:prstGeom prst="rect">
            <a:avLst/>
          </a:prstGeom>
        </p:spPr>
      </p:pic>
      <p:pic>
        <p:nvPicPr>
          <p:cNvPr id="1828" name="Picture 1827">
            <a:extLst>
              <a:ext uri="{FF2B5EF4-FFF2-40B4-BE49-F238E27FC236}">
                <a16:creationId xmlns:a16="http://schemas.microsoft.com/office/drawing/2014/main" id="{F598D412-6037-E534-B075-AA256BE0E1EB}"/>
              </a:ext>
            </a:extLst>
          </p:cNvPr>
          <p:cNvPicPr preferRelativeResize="0">
            <a:picLocks/>
          </p:cNvPicPr>
          <p:nvPr/>
        </p:nvPicPr>
        <p:blipFill>
          <a:blip r:embed="rId49">
            <a:extLst>
              <a:ext uri="{28A0092B-C50C-407E-A947-70E740481C1C}">
                <a14:useLocalDpi xmlns:a14="http://schemas.microsoft.com/office/drawing/2010/main" val="0"/>
              </a:ext>
            </a:extLst>
          </a:blip>
          <a:stretch>
            <a:fillRect/>
          </a:stretch>
        </p:blipFill>
        <p:spPr>
          <a:xfrm>
            <a:off x="24874004" y="21423567"/>
            <a:ext cx="1137600" cy="1591200"/>
          </a:xfrm>
          <a:prstGeom prst="rect">
            <a:avLst/>
          </a:prstGeom>
        </p:spPr>
      </p:pic>
      <p:pic>
        <p:nvPicPr>
          <p:cNvPr id="1829" name="Picture 1828">
            <a:extLst>
              <a:ext uri="{FF2B5EF4-FFF2-40B4-BE49-F238E27FC236}">
                <a16:creationId xmlns:a16="http://schemas.microsoft.com/office/drawing/2014/main" id="{3E837D56-6B3A-FACF-C193-E46574D4C6B8}"/>
              </a:ext>
            </a:extLst>
          </p:cNvPr>
          <p:cNvPicPr preferRelativeResize="0">
            <a:picLocks/>
          </p:cNvPicPr>
          <p:nvPr/>
        </p:nvPicPr>
        <p:blipFill>
          <a:blip r:embed="rId50">
            <a:extLst>
              <a:ext uri="{28A0092B-C50C-407E-A947-70E740481C1C}">
                <a14:useLocalDpi xmlns:a14="http://schemas.microsoft.com/office/drawing/2010/main" val="0"/>
              </a:ext>
            </a:extLst>
          </a:blip>
          <a:stretch>
            <a:fillRect/>
          </a:stretch>
        </p:blipFill>
        <p:spPr>
          <a:xfrm>
            <a:off x="24884586" y="23468473"/>
            <a:ext cx="1137600" cy="1591200"/>
          </a:xfrm>
          <a:prstGeom prst="rect">
            <a:avLst/>
          </a:prstGeom>
        </p:spPr>
      </p:pic>
      <p:pic>
        <p:nvPicPr>
          <p:cNvPr id="1830" name="Picture 1829">
            <a:extLst>
              <a:ext uri="{FF2B5EF4-FFF2-40B4-BE49-F238E27FC236}">
                <a16:creationId xmlns:a16="http://schemas.microsoft.com/office/drawing/2014/main" id="{509E43BA-AEC5-5B1C-5F4C-0E3F812722C6}"/>
              </a:ext>
            </a:extLst>
          </p:cNvPr>
          <p:cNvPicPr preferRelativeResize="0">
            <a:picLocks/>
          </p:cNvPicPr>
          <p:nvPr/>
        </p:nvPicPr>
        <p:blipFill>
          <a:blip r:embed="rId51">
            <a:extLst>
              <a:ext uri="{28A0092B-C50C-407E-A947-70E740481C1C}">
                <a14:useLocalDpi xmlns:a14="http://schemas.microsoft.com/office/drawing/2010/main" val="0"/>
              </a:ext>
            </a:extLst>
          </a:blip>
          <a:stretch>
            <a:fillRect/>
          </a:stretch>
        </p:blipFill>
        <p:spPr>
          <a:xfrm>
            <a:off x="24892803" y="25538554"/>
            <a:ext cx="1137600" cy="1591200"/>
          </a:xfrm>
          <a:prstGeom prst="rect">
            <a:avLst/>
          </a:prstGeom>
        </p:spPr>
      </p:pic>
      <p:pic>
        <p:nvPicPr>
          <p:cNvPr id="1831" name="Picture 1830">
            <a:extLst>
              <a:ext uri="{FF2B5EF4-FFF2-40B4-BE49-F238E27FC236}">
                <a16:creationId xmlns:a16="http://schemas.microsoft.com/office/drawing/2014/main" id="{566ED5C8-1C25-570A-AC33-B628C2F63381}"/>
              </a:ext>
            </a:extLst>
          </p:cNvPr>
          <p:cNvPicPr preferRelativeResize="0">
            <a:picLocks/>
          </p:cNvPicPr>
          <p:nvPr/>
        </p:nvPicPr>
        <p:blipFill>
          <a:blip r:embed="rId52">
            <a:extLst>
              <a:ext uri="{28A0092B-C50C-407E-A947-70E740481C1C}">
                <a14:useLocalDpi xmlns:a14="http://schemas.microsoft.com/office/drawing/2010/main" val="0"/>
              </a:ext>
            </a:extLst>
          </a:blip>
          <a:stretch>
            <a:fillRect/>
          </a:stretch>
        </p:blipFill>
        <p:spPr>
          <a:xfrm>
            <a:off x="26115520" y="21439410"/>
            <a:ext cx="1137600" cy="1591200"/>
          </a:xfrm>
          <a:prstGeom prst="rect">
            <a:avLst/>
          </a:prstGeom>
        </p:spPr>
      </p:pic>
      <p:pic>
        <p:nvPicPr>
          <p:cNvPr id="1832" name="Picture 1831">
            <a:extLst>
              <a:ext uri="{FF2B5EF4-FFF2-40B4-BE49-F238E27FC236}">
                <a16:creationId xmlns:a16="http://schemas.microsoft.com/office/drawing/2014/main" id="{98BA5A53-47EC-9F4F-6A3D-9D4A082718DB}"/>
              </a:ext>
            </a:extLst>
          </p:cNvPr>
          <p:cNvPicPr preferRelativeResize="0">
            <a:picLocks/>
          </p:cNvPicPr>
          <p:nvPr/>
        </p:nvPicPr>
        <p:blipFill>
          <a:blip r:embed="rId53">
            <a:extLst>
              <a:ext uri="{28A0092B-C50C-407E-A947-70E740481C1C}">
                <a14:useLocalDpi xmlns:a14="http://schemas.microsoft.com/office/drawing/2010/main" val="0"/>
              </a:ext>
            </a:extLst>
          </a:blip>
          <a:stretch>
            <a:fillRect/>
          </a:stretch>
        </p:blipFill>
        <p:spPr>
          <a:xfrm>
            <a:off x="26132578" y="23488995"/>
            <a:ext cx="1137600" cy="1591200"/>
          </a:xfrm>
          <a:prstGeom prst="rect">
            <a:avLst/>
          </a:prstGeom>
        </p:spPr>
      </p:pic>
      <p:pic>
        <p:nvPicPr>
          <p:cNvPr id="1833" name="Picture 1832">
            <a:extLst>
              <a:ext uri="{FF2B5EF4-FFF2-40B4-BE49-F238E27FC236}">
                <a16:creationId xmlns:a16="http://schemas.microsoft.com/office/drawing/2014/main" id="{842FB297-7039-7752-C82C-4C76AEBC1F70}"/>
              </a:ext>
            </a:extLst>
          </p:cNvPr>
          <p:cNvPicPr preferRelativeResize="0">
            <a:picLocks/>
          </p:cNvPicPr>
          <p:nvPr/>
        </p:nvPicPr>
        <p:blipFill>
          <a:blip r:embed="rId54">
            <a:extLst>
              <a:ext uri="{28A0092B-C50C-407E-A947-70E740481C1C}">
                <a14:useLocalDpi xmlns:a14="http://schemas.microsoft.com/office/drawing/2010/main" val="0"/>
              </a:ext>
            </a:extLst>
          </a:blip>
          <a:stretch>
            <a:fillRect/>
          </a:stretch>
        </p:blipFill>
        <p:spPr>
          <a:xfrm>
            <a:off x="26139794" y="25546471"/>
            <a:ext cx="1137600" cy="1591200"/>
          </a:xfrm>
          <a:prstGeom prst="rect">
            <a:avLst/>
          </a:prstGeom>
        </p:spPr>
      </p:pic>
      <p:pic>
        <p:nvPicPr>
          <p:cNvPr id="1834" name="Picture 1833">
            <a:extLst>
              <a:ext uri="{FF2B5EF4-FFF2-40B4-BE49-F238E27FC236}">
                <a16:creationId xmlns:a16="http://schemas.microsoft.com/office/drawing/2014/main" id="{FD97E380-4D38-ACE5-1F10-31D012EE0C80}"/>
              </a:ext>
            </a:extLst>
          </p:cNvPr>
          <p:cNvPicPr preferRelativeResize="0">
            <a:picLocks/>
          </p:cNvPicPr>
          <p:nvPr/>
        </p:nvPicPr>
        <p:blipFill>
          <a:blip r:embed="rId55">
            <a:extLst>
              <a:ext uri="{28A0092B-C50C-407E-A947-70E740481C1C}">
                <a14:useLocalDpi xmlns:a14="http://schemas.microsoft.com/office/drawing/2010/main" val="0"/>
              </a:ext>
            </a:extLst>
          </a:blip>
          <a:stretch>
            <a:fillRect/>
          </a:stretch>
        </p:blipFill>
        <p:spPr>
          <a:xfrm>
            <a:off x="27486233" y="21439410"/>
            <a:ext cx="1137600" cy="1591200"/>
          </a:xfrm>
          <a:prstGeom prst="rect">
            <a:avLst/>
          </a:prstGeom>
        </p:spPr>
      </p:pic>
      <p:pic>
        <p:nvPicPr>
          <p:cNvPr id="1835" name="Picture 1834">
            <a:extLst>
              <a:ext uri="{FF2B5EF4-FFF2-40B4-BE49-F238E27FC236}">
                <a16:creationId xmlns:a16="http://schemas.microsoft.com/office/drawing/2014/main" id="{561348BA-7F3F-4B4F-FB3B-DF0DC92336C7}"/>
              </a:ext>
            </a:extLst>
          </p:cNvPr>
          <p:cNvPicPr preferRelativeResize="0">
            <a:picLocks/>
          </p:cNvPicPr>
          <p:nvPr/>
        </p:nvPicPr>
        <p:blipFill>
          <a:blip r:embed="rId56">
            <a:extLst>
              <a:ext uri="{28A0092B-C50C-407E-A947-70E740481C1C}">
                <a14:useLocalDpi xmlns:a14="http://schemas.microsoft.com/office/drawing/2010/main" val="0"/>
              </a:ext>
            </a:extLst>
          </a:blip>
          <a:stretch>
            <a:fillRect/>
          </a:stretch>
        </p:blipFill>
        <p:spPr>
          <a:xfrm>
            <a:off x="27485326" y="23485317"/>
            <a:ext cx="1137600" cy="1591200"/>
          </a:xfrm>
          <a:prstGeom prst="rect">
            <a:avLst/>
          </a:prstGeom>
        </p:spPr>
      </p:pic>
      <p:pic>
        <p:nvPicPr>
          <p:cNvPr id="1836" name="Picture 1835">
            <a:extLst>
              <a:ext uri="{FF2B5EF4-FFF2-40B4-BE49-F238E27FC236}">
                <a16:creationId xmlns:a16="http://schemas.microsoft.com/office/drawing/2014/main" id="{D2D579EE-08D8-478C-C9F2-DECE64AFE0BD}"/>
              </a:ext>
            </a:extLst>
          </p:cNvPr>
          <p:cNvPicPr preferRelativeResize="0">
            <a:picLocks/>
          </p:cNvPicPr>
          <p:nvPr/>
        </p:nvPicPr>
        <p:blipFill>
          <a:blip r:embed="rId57">
            <a:extLst>
              <a:ext uri="{28A0092B-C50C-407E-A947-70E740481C1C}">
                <a14:useLocalDpi xmlns:a14="http://schemas.microsoft.com/office/drawing/2010/main" val="0"/>
              </a:ext>
            </a:extLst>
          </a:blip>
          <a:stretch>
            <a:fillRect/>
          </a:stretch>
        </p:blipFill>
        <p:spPr>
          <a:xfrm>
            <a:off x="27483950" y="25547873"/>
            <a:ext cx="1137600" cy="1591200"/>
          </a:xfrm>
          <a:prstGeom prst="rect">
            <a:avLst/>
          </a:prstGeom>
        </p:spPr>
      </p:pic>
      <p:sp>
        <p:nvSpPr>
          <p:cNvPr id="1837" name="Rectangle 1836">
            <a:extLst>
              <a:ext uri="{FF2B5EF4-FFF2-40B4-BE49-F238E27FC236}">
                <a16:creationId xmlns:a16="http://schemas.microsoft.com/office/drawing/2014/main" id="{A86DFDE6-0193-1F6C-1E69-2D329DA2C13A}"/>
              </a:ext>
            </a:extLst>
          </p:cNvPr>
          <p:cNvSpPr/>
          <p:nvPr/>
        </p:nvSpPr>
        <p:spPr>
          <a:xfrm>
            <a:off x="27764081" y="22026359"/>
            <a:ext cx="583475" cy="61909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38" name="Rectangle 1837">
            <a:extLst>
              <a:ext uri="{FF2B5EF4-FFF2-40B4-BE49-F238E27FC236}">
                <a16:creationId xmlns:a16="http://schemas.microsoft.com/office/drawing/2014/main" id="{8E88C2A9-7299-5010-28E4-B3A9616B1503}"/>
              </a:ext>
            </a:extLst>
          </p:cNvPr>
          <p:cNvSpPr/>
          <p:nvPr/>
        </p:nvSpPr>
        <p:spPr>
          <a:xfrm>
            <a:off x="27759725" y="26158585"/>
            <a:ext cx="583475" cy="61909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39" name="Rectangle 1838">
            <a:extLst>
              <a:ext uri="{FF2B5EF4-FFF2-40B4-BE49-F238E27FC236}">
                <a16:creationId xmlns:a16="http://schemas.microsoft.com/office/drawing/2014/main" id="{487143FB-41DB-BB6A-45E3-B379DF3824E7}"/>
              </a:ext>
            </a:extLst>
          </p:cNvPr>
          <p:cNvSpPr/>
          <p:nvPr/>
        </p:nvSpPr>
        <p:spPr>
          <a:xfrm>
            <a:off x="27764082" y="24046757"/>
            <a:ext cx="583475" cy="619090"/>
          </a:xfrm>
          <a:prstGeom prst="rect">
            <a:avLst/>
          </a:prstGeom>
          <a:noFill/>
          <a:ln w="28575" cap="flat" cmpd="sng" algn="ctr">
            <a:solidFill>
              <a:srgbClr val="FF0000"/>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40" name="TextBox 1839">
            <a:extLst>
              <a:ext uri="{FF2B5EF4-FFF2-40B4-BE49-F238E27FC236}">
                <a16:creationId xmlns:a16="http://schemas.microsoft.com/office/drawing/2014/main" id="{E0E0DF96-0D2B-23F0-9659-FEA7C7D4AF6D}"/>
              </a:ext>
            </a:extLst>
          </p:cNvPr>
          <p:cNvSpPr txBox="1"/>
          <p:nvPr/>
        </p:nvSpPr>
        <p:spPr>
          <a:xfrm>
            <a:off x="17391870" y="6804685"/>
            <a:ext cx="2356361" cy="1323439"/>
          </a:xfrm>
          <a:prstGeom prst="rect">
            <a:avLst/>
          </a:prstGeom>
          <a:solidFill>
            <a:srgbClr val="FFFF00"/>
          </a:solidFill>
          <a:ln w="28575">
            <a:solidFill>
              <a:schemeClr val="tx1"/>
            </a:solidFill>
          </a:ln>
        </p:spPr>
        <p:txBody>
          <a:bodyPr wrap="square" rtlCol="0">
            <a:spAutoFit/>
          </a:bodyPr>
          <a:lstStyle/>
          <a:p>
            <a:pPr algn="ctr"/>
            <a:r>
              <a:rPr lang="en-IN" sz="4000" b="1" dirty="0">
                <a:solidFill>
                  <a:srgbClr val="FF0000"/>
                </a:solidFill>
                <a:cs typeface="Times New Roman" panose="02020603050405020304" pitchFamily="18" charset="0"/>
              </a:rPr>
              <a:t>WATER</a:t>
            </a:r>
          </a:p>
          <a:p>
            <a:pPr algn="ctr"/>
            <a:r>
              <a:rPr lang="en-IN" sz="4000" b="1" dirty="0">
                <a:solidFill>
                  <a:srgbClr val="FF0000"/>
                </a:solidFill>
                <a:cs typeface="Times New Roman" panose="02020603050405020304" pitchFamily="18" charset="0"/>
              </a:rPr>
              <a:t>CLASS</a:t>
            </a:r>
          </a:p>
        </p:txBody>
      </p:sp>
      <p:sp>
        <p:nvSpPr>
          <p:cNvPr id="1841" name="TextBox 1840">
            <a:extLst>
              <a:ext uri="{FF2B5EF4-FFF2-40B4-BE49-F238E27FC236}">
                <a16:creationId xmlns:a16="http://schemas.microsoft.com/office/drawing/2014/main" id="{BE9FAF85-D1E7-29A7-9894-A0C6D434AC6E}"/>
              </a:ext>
            </a:extLst>
          </p:cNvPr>
          <p:cNvSpPr txBox="1"/>
          <p:nvPr/>
        </p:nvSpPr>
        <p:spPr>
          <a:xfrm>
            <a:off x="24860368" y="6804685"/>
            <a:ext cx="2356361" cy="1323439"/>
          </a:xfrm>
          <a:prstGeom prst="rect">
            <a:avLst/>
          </a:prstGeom>
          <a:solidFill>
            <a:srgbClr val="FFFF00"/>
          </a:solidFill>
          <a:ln w="28575">
            <a:solidFill>
              <a:schemeClr val="tx1"/>
            </a:solidFill>
          </a:ln>
        </p:spPr>
        <p:txBody>
          <a:bodyPr wrap="square" rtlCol="0">
            <a:spAutoFit/>
          </a:bodyPr>
          <a:lstStyle/>
          <a:p>
            <a:pPr algn="ctr"/>
            <a:r>
              <a:rPr lang="en-IN" sz="4000" b="1" dirty="0">
                <a:solidFill>
                  <a:srgbClr val="FF0000"/>
                </a:solidFill>
                <a:cs typeface="Times New Roman" panose="02020603050405020304" pitchFamily="18" charset="0"/>
              </a:rPr>
              <a:t>ROAD </a:t>
            </a:r>
          </a:p>
          <a:p>
            <a:pPr algn="ctr"/>
            <a:r>
              <a:rPr lang="en-IN" sz="4000" b="1" dirty="0">
                <a:solidFill>
                  <a:srgbClr val="FF0000"/>
                </a:solidFill>
                <a:cs typeface="Times New Roman" panose="02020603050405020304" pitchFamily="18" charset="0"/>
              </a:rPr>
              <a:t>CLASS</a:t>
            </a:r>
          </a:p>
        </p:txBody>
      </p:sp>
      <p:sp>
        <p:nvSpPr>
          <p:cNvPr id="1842" name="TextBox 1841">
            <a:extLst>
              <a:ext uri="{FF2B5EF4-FFF2-40B4-BE49-F238E27FC236}">
                <a16:creationId xmlns:a16="http://schemas.microsoft.com/office/drawing/2014/main" id="{6B75E8CA-5D48-F9E0-CC20-B593E6A36377}"/>
              </a:ext>
            </a:extLst>
          </p:cNvPr>
          <p:cNvSpPr txBox="1"/>
          <p:nvPr/>
        </p:nvSpPr>
        <p:spPr>
          <a:xfrm>
            <a:off x="17456334" y="17472344"/>
            <a:ext cx="2356361" cy="1323439"/>
          </a:xfrm>
          <a:prstGeom prst="rect">
            <a:avLst/>
          </a:prstGeom>
          <a:solidFill>
            <a:srgbClr val="FFFF00"/>
          </a:solidFill>
          <a:ln w="28575">
            <a:solidFill>
              <a:schemeClr val="tx1"/>
            </a:solidFill>
          </a:ln>
        </p:spPr>
        <p:txBody>
          <a:bodyPr wrap="square" rtlCol="0">
            <a:spAutoFit/>
          </a:bodyPr>
          <a:lstStyle/>
          <a:p>
            <a:pPr algn="ctr"/>
            <a:r>
              <a:rPr lang="en-IN" sz="4000" b="1" dirty="0">
                <a:solidFill>
                  <a:srgbClr val="FF0000"/>
                </a:solidFill>
                <a:cs typeface="Times New Roman" panose="02020603050405020304" pitchFamily="18" charset="0"/>
              </a:rPr>
              <a:t>BUILDING</a:t>
            </a:r>
          </a:p>
          <a:p>
            <a:pPr algn="ctr"/>
            <a:r>
              <a:rPr lang="en-IN" sz="4000" b="1" dirty="0">
                <a:solidFill>
                  <a:srgbClr val="FF0000"/>
                </a:solidFill>
                <a:cs typeface="Times New Roman" panose="02020603050405020304" pitchFamily="18" charset="0"/>
              </a:rPr>
              <a:t>CLASS</a:t>
            </a:r>
          </a:p>
        </p:txBody>
      </p:sp>
      <p:sp>
        <p:nvSpPr>
          <p:cNvPr id="1843" name="TextBox 1842">
            <a:extLst>
              <a:ext uri="{FF2B5EF4-FFF2-40B4-BE49-F238E27FC236}">
                <a16:creationId xmlns:a16="http://schemas.microsoft.com/office/drawing/2014/main" id="{B144288D-5D85-125B-ADD3-1254CDC2A229}"/>
              </a:ext>
            </a:extLst>
          </p:cNvPr>
          <p:cNvSpPr txBox="1"/>
          <p:nvPr/>
        </p:nvSpPr>
        <p:spPr>
          <a:xfrm>
            <a:off x="24860367" y="17472344"/>
            <a:ext cx="2373430" cy="1323439"/>
          </a:xfrm>
          <a:prstGeom prst="rect">
            <a:avLst/>
          </a:prstGeom>
          <a:solidFill>
            <a:srgbClr val="FFFF00"/>
          </a:solidFill>
          <a:ln w="28575">
            <a:solidFill>
              <a:schemeClr val="tx1"/>
            </a:solidFill>
          </a:ln>
        </p:spPr>
        <p:txBody>
          <a:bodyPr wrap="square" rtlCol="0">
            <a:spAutoFit/>
          </a:bodyPr>
          <a:lstStyle/>
          <a:p>
            <a:pPr algn="ctr"/>
            <a:r>
              <a:rPr lang="en-IN" sz="4000" b="1" dirty="0">
                <a:solidFill>
                  <a:srgbClr val="FF0000"/>
                </a:solidFill>
                <a:cs typeface="Times New Roman" panose="02020603050405020304" pitchFamily="18" charset="0"/>
              </a:rPr>
              <a:t>VEG</a:t>
            </a:r>
          </a:p>
          <a:p>
            <a:pPr algn="ctr"/>
            <a:r>
              <a:rPr lang="en-IN" sz="4000" b="1" dirty="0">
                <a:solidFill>
                  <a:srgbClr val="FF0000"/>
                </a:solidFill>
                <a:cs typeface="Times New Roman" panose="02020603050405020304" pitchFamily="18" charset="0"/>
              </a:rPr>
              <a:t>CLASS</a:t>
            </a:r>
          </a:p>
        </p:txBody>
      </p:sp>
      <p:sp>
        <p:nvSpPr>
          <p:cNvPr id="1845" name="Text Box 7">
            <a:extLst>
              <a:ext uri="{FF2B5EF4-FFF2-40B4-BE49-F238E27FC236}">
                <a16:creationId xmlns:a16="http://schemas.microsoft.com/office/drawing/2014/main" id="{972AD229-CAFC-897D-E097-0ED200C401C1}"/>
              </a:ext>
            </a:extLst>
          </p:cNvPr>
          <p:cNvSpPr txBox="1">
            <a:spLocks noChangeArrowheads="1"/>
          </p:cNvSpPr>
          <p:nvPr/>
        </p:nvSpPr>
        <p:spPr bwMode="auto">
          <a:xfrm>
            <a:off x="544513" y="16002376"/>
            <a:ext cx="15584487" cy="707678"/>
          </a:xfrm>
          <a:prstGeom prst="rect">
            <a:avLst/>
          </a:prstGeom>
          <a:solidFill>
            <a:schemeClr val="accent2"/>
          </a:solidFill>
          <a:ln w="9525">
            <a:noFill/>
            <a:miter lim="800000"/>
            <a:headEnd/>
            <a:tailEnd/>
          </a:ln>
        </p:spPr>
        <p:txBody>
          <a:bodyPr lIns="91254" tIns="45617" rIns="91254" bIns="45617">
            <a:spAutoFit/>
          </a:bodyPr>
          <a:lstStyle/>
          <a:p>
            <a:pPr algn="ctr" defTabSz="912813" eaLnBrk="0" hangingPunct="0">
              <a:spcBef>
                <a:spcPct val="50000"/>
              </a:spcBef>
            </a:pPr>
            <a:r>
              <a:rPr lang="en-US" sz="4000" b="1" dirty="0">
                <a:solidFill>
                  <a:srgbClr val="F8F8F8"/>
                </a:solidFill>
                <a:latin typeface="Times New Roman" panose="02020603050405020304" pitchFamily="18" charset="0"/>
                <a:cs typeface="Times New Roman" panose="02020603050405020304" pitchFamily="18" charset="0"/>
              </a:rPr>
              <a:t>Dataset</a:t>
            </a:r>
          </a:p>
        </p:txBody>
      </p:sp>
      <p:sp>
        <p:nvSpPr>
          <p:cNvPr id="1846" name="TextBox 1845">
            <a:extLst>
              <a:ext uri="{FF2B5EF4-FFF2-40B4-BE49-F238E27FC236}">
                <a16:creationId xmlns:a16="http://schemas.microsoft.com/office/drawing/2014/main" id="{018E7B4E-97E5-4699-CA63-AD1BE4AAE91F}"/>
              </a:ext>
            </a:extLst>
          </p:cNvPr>
          <p:cNvSpPr txBox="1"/>
          <p:nvPr/>
        </p:nvSpPr>
        <p:spPr>
          <a:xfrm>
            <a:off x="558044" y="16823178"/>
            <a:ext cx="8059489" cy="378565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DATASET :</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Area : </a:t>
            </a:r>
            <a:r>
              <a:rPr lang="en-IN" sz="2000" dirty="0">
                <a:latin typeface="Times New Roman" panose="02020603050405020304" pitchFamily="18" charset="0"/>
                <a:cs typeface="Times New Roman" panose="02020603050405020304" pitchFamily="18" charset="0"/>
              </a:rPr>
              <a:t>Uttarakhand – Saharanpur, Roorkee, Haridwar region</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 </a:t>
            </a:r>
            <a:r>
              <a:rPr lang="en-IN" sz="2000" dirty="0">
                <a:latin typeface="Times New Roman" panose="02020603050405020304" pitchFamily="18" charset="0"/>
                <a:cs typeface="Times New Roman" panose="02020603050405020304" pitchFamily="18" charset="0"/>
              </a:rPr>
              <a:t> Sentinel-2</a:t>
            </a:r>
          </a:p>
          <a:p>
            <a:pPr marL="34290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Sentinel-2 Characteristics :</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Sensor: Multi-spectral data with 12 bands in the visible, near infrared, and short wave infrared part of the spectrum</a:t>
            </a:r>
          </a:p>
          <a:p>
            <a:pPr marL="800100" lvl="1"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Global Coverage:  56° S to 84° N</a:t>
            </a: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Spatial resolution of </a:t>
            </a:r>
            <a:r>
              <a:rPr lang="en-US" sz="2000" b="1" dirty="0">
                <a:latin typeface="Times New Roman" panose="02020603050405020304" pitchFamily="18" charset="0"/>
                <a:cs typeface="Times New Roman" panose="02020603050405020304" pitchFamily="18" charset="0"/>
              </a:rPr>
              <a:t>10 m</a:t>
            </a:r>
            <a:r>
              <a:rPr lang="en-US" sz="2000" dirty="0">
                <a:latin typeface="Times New Roman" panose="02020603050405020304" pitchFamily="18" charset="0"/>
                <a:cs typeface="Times New Roman" panose="02020603050405020304" pitchFamily="18" charset="0"/>
              </a:rPr>
              <a:t>, 20 m and 60 m</a:t>
            </a: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Orbit : </a:t>
            </a:r>
            <a:r>
              <a:rPr lang="en-US" sz="2000" b="1" dirty="0">
                <a:latin typeface="Times New Roman" panose="02020603050405020304" pitchFamily="18" charset="0"/>
                <a:cs typeface="Times New Roman" panose="02020603050405020304" pitchFamily="18" charset="0"/>
              </a:rPr>
              <a:t>Twin polar-orbiting satellites</a:t>
            </a:r>
            <a:r>
              <a:rPr lang="en-US" sz="2000" dirty="0">
                <a:latin typeface="Times New Roman" panose="02020603050405020304" pitchFamily="18" charset="0"/>
                <a:cs typeface="Times New Roman" panose="02020603050405020304" pitchFamily="18" charset="0"/>
              </a:rPr>
              <a:t> in the same orbit, phased at 180° to each other</a:t>
            </a:r>
          </a:p>
          <a:p>
            <a:pPr marL="800100" lvl="1"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 availability : Free and open data policy</a:t>
            </a:r>
          </a:p>
          <a:p>
            <a:pPr marL="800100" lvl="1" indent="-342900">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
        <p:nvSpPr>
          <p:cNvPr id="1847" name="TextBox 1846">
            <a:extLst>
              <a:ext uri="{FF2B5EF4-FFF2-40B4-BE49-F238E27FC236}">
                <a16:creationId xmlns:a16="http://schemas.microsoft.com/office/drawing/2014/main" id="{355E7B08-B8E9-0B72-5EE9-AC61EED3F9AB}"/>
              </a:ext>
            </a:extLst>
          </p:cNvPr>
          <p:cNvSpPr txBox="1"/>
          <p:nvPr/>
        </p:nvSpPr>
        <p:spPr>
          <a:xfrm>
            <a:off x="617704" y="21319600"/>
            <a:ext cx="15330775" cy="3170099"/>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WORK FLOW:</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As shown in the figure 1 different band images are obtained using different wavelength waves, Hence different bands contains information about different land covers in a different way. For example band-2 and band-3 image will have different pixel value at the same location.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New bands can also be formed using available bands. Mathematical operation can be applied on the values in the 2 bands to get a new band. These new bands are also known as spectral indices.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These spectral indices are very helpful in highlighting some of the features like PISI spectral indices can highlight the road, NDWI can highlight the water surface present in the image.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Hence we have added 4 new spectral indices namely PISI, NDBI, NDVI, NDWI to out data. The description of different spectral indices can be found in the table 1.</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Hence for one pixel of an image we have 16 band data and we need to form corresponding output to train out ML technique model.</a:t>
            </a:r>
          </a:p>
        </p:txBody>
      </p:sp>
      <p:graphicFrame>
        <p:nvGraphicFramePr>
          <p:cNvPr id="1849" name="Content Placeholder 3">
            <a:extLst>
              <a:ext uri="{FF2B5EF4-FFF2-40B4-BE49-F238E27FC236}">
                <a16:creationId xmlns:a16="http://schemas.microsoft.com/office/drawing/2014/main" id="{0AA5E21D-6B3E-5997-1FD0-F3B8374E7930}"/>
              </a:ext>
            </a:extLst>
          </p:cNvPr>
          <p:cNvGraphicFramePr>
            <a:graphicFrameLocks/>
          </p:cNvGraphicFramePr>
          <p:nvPr>
            <p:extLst>
              <p:ext uri="{D42A27DB-BD31-4B8C-83A1-F6EECF244321}">
                <p14:modId xmlns:p14="http://schemas.microsoft.com/office/powerpoint/2010/main" val="2273554013"/>
              </p:ext>
            </p:extLst>
          </p:nvPr>
        </p:nvGraphicFramePr>
        <p:xfrm>
          <a:off x="8363998" y="24710728"/>
          <a:ext cx="7599976" cy="4503858"/>
        </p:xfrm>
        <a:graphic>
          <a:graphicData uri="http://schemas.openxmlformats.org/drawingml/2006/table">
            <a:tbl>
              <a:tblPr firstRow="1" bandRow="1"/>
              <a:tblGrid>
                <a:gridCol w="2264754">
                  <a:extLst>
                    <a:ext uri="{9D8B030D-6E8A-4147-A177-3AD203B41FA5}">
                      <a16:colId xmlns:a16="http://schemas.microsoft.com/office/drawing/2014/main" val="3298824856"/>
                    </a:ext>
                  </a:extLst>
                </a:gridCol>
                <a:gridCol w="5335222">
                  <a:extLst>
                    <a:ext uri="{9D8B030D-6E8A-4147-A177-3AD203B41FA5}">
                      <a16:colId xmlns:a16="http://schemas.microsoft.com/office/drawing/2014/main" val="1376645828"/>
                    </a:ext>
                  </a:extLst>
                </a:gridCol>
              </a:tblGrid>
              <a:tr h="453223">
                <a:tc>
                  <a:txBody>
                    <a:bodyPr/>
                    <a:lstStyle>
                      <a:lvl1pPr marL="0" algn="l" defTabSz="1327160" rtl="0" eaLnBrk="1" latinLnBrk="0" hangingPunct="1">
                        <a:defRPr sz="2613" b="1" kern="1200">
                          <a:solidFill>
                            <a:schemeClr val="lt1"/>
                          </a:solidFill>
                          <a:latin typeface="Calibri" panose="020F0502020204030204"/>
                        </a:defRPr>
                      </a:lvl1pPr>
                      <a:lvl2pPr marL="663580" algn="l" defTabSz="1327160" rtl="0" eaLnBrk="1" latinLnBrk="0" hangingPunct="1">
                        <a:defRPr sz="2613" b="1" kern="1200">
                          <a:solidFill>
                            <a:schemeClr val="lt1"/>
                          </a:solidFill>
                          <a:latin typeface="Calibri" panose="020F0502020204030204"/>
                        </a:defRPr>
                      </a:lvl2pPr>
                      <a:lvl3pPr marL="1327160" algn="l" defTabSz="1327160" rtl="0" eaLnBrk="1" latinLnBrk="0" hangingPunct="1">
                        <a:defRPr sz="2613" b="1" kern="1200">
                          <a:solidFill>
                            <a:schemeClr val="lt1"/>
                          </a:solidFill>
                          <a:latin typeface="Calibri" panose="020F0502020204030204"/>
                        </a:defRPr>
                      </a:lvl3pPr>
                      <a:lvl4pPr marL="1990740" algn="l" defTabSz="1327160" rtl="0" eaLnBrk="1" latinLnBrk="0" hangingPunct="1">
                        <a:defRPr sz="2613" b="1" kern="1200">
                          <a:solidFill>
                            <a:schemeClr val="lt1"/>
                          </a:solidFill>
                          <a:latin typeface="Calibri" panose="020F0502020204030204"/>
                        </a:defRPr>
                      </a:lvl4pPr>
                      <a:lvl5pPr marL="2654320" algn="l" defTabSz="1327160" rtl="0" eaLnBrk="1" latinLnBrk="0" hangingPunct="1">
                        <a:defRPr sz="2613" b="1" kern="1200">
                          <a:solidFill>
                            <a:schemeClr val="lt1"/>
                          </a:solidFill>
                          <a:latin typeface="Calibri" panose="020F0502020204030204"/>
                        </a:defRPr>
                      </a:lvl5pPr>
                      <a:lvl6pPr marL="3317900" algn="l" defTabSz="1327160" rtl="0" eaLnBrk="1" latinLnBrk="0" hangingPunct="1">
                        <a:defRPr sz="2613" b="1" kern="1200">
                          <a:solidFill>
                            <a:schemeClr val="lt1"/>
                          </a:solidFill>
                          <a:latin typeface="Calibri" panose="020F0502020204030204"/>
                        </a:defRPr>
                      </a:lvl6pPr>
                      <a:lvl7pPr marL="3981480" algn="l" defTabSz="1327160" rtl="0" eaLnBrk="1" latinLnBrk="0" hangingPunct="1">
                        <a:defRPr sz="2613" b="1" kern="1200">
                          <a:solidFill>
                            <a:schemeClr val="lt1"/>
                          </a:solidFill>
                          <a:latin typeface="Calibri" panose="020F0502020204030204"/>
                        </a:defRPr>
                      </a:lvl7pPr>
                      <a:lvl8pPr marL="4645061" algn="l" defTabSz="1327160" rtl="0" eaLnBrk="1" latinLnBrk="0" hangingPunct="1">
                        <a:defRPr sz="2613" b="1" kern="1200">
                          <a:solidFill>
                            <a:schemeClr val="lt1"/>
                          </a:solidFill>
                          <a:latin typeface="Calibri" panose="020F0502020204030204"/>
                        </a:defRPr>
                      </a:lvl8pPr>
                      <a:lvl9pPr marL="5308641" algn="l" defTabSz="1327160" rtl="0" eaLnBrk="1" latinLnBrk="0" hangingPunct="1">
                        <a:defRPr sz="2613" b="1" kern="1200">
                          <a:solidFill>
                            <a:schemeClr val="lt1"/>
                          </a:solidFill>
                          <a:latin typeface="Calibri" panose="020F0502020204030204"/>
                        </a:defRPr>
                      </a:lvl9pPr>
                    </a:lstStyle>
                    <a:p>
                      <a:pPr algn="ctr"/>
                      <a:r>
                        <a:rPr lang="en-US" sz="2400" dirty="0"/>
                        <a:t>Spectral Indices</a:t>
                      </a:r>
                      <a:endParaRPr lang="en-IN" sz="2400" dirty="0">
                        <a:latin typeface="+mn-lt"/>
                      </a:endParaRPr>
                    </a:p>
                  </a:txBody>
                  <a:tcPr marL="23286" marR="23286" marT="23286" marB="2328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lvl1pPr marL="0" algn="l" defTabSz="1327160" rtl="0" eaLnBrk="1" latinLnBrk="0" hangingPunct="1">
                        <a:defRPr sz="2613" b="1" kern="1200">
                          <a:solidFill>
                            <a:schemeClr val="lt1"/>
                          </a:solidFill>
                          <a:latin typeface="Calibri" panose="020F0502020204030204"/>
                        </a:defRPr>
                      </a:lvl1pPr>
                      <a:lvl2pPr marL="663580" algn="l" defTabSz="1327160" rtl="0" eaLnBrk="1" latinLnBrk="0" hangingPunct="1">
                        <a:defRPr sz="2613" b="1" kern="1200">
                          <a:solidFill>
                            <a:schemeClr val="lt1"/>
                          </a:solidFill>
                          <a:latin typeface="Calibri" panose="020F0502020204030204"/>
                        </a:defRPr>
                      </a:lvl2pPr>
                      <a:lvl3pPr marL="1327160" algn="l" defTabSz="1327160" rtl="0" eaLnBrk="1" latinLnBrk="0" hangingPunct="1">
                        <a:defRPr sz="2613" b="1" kern="1200">
                          <a:solidFill>
                            <a:schemeClr val="lt1"/>
                          </a:solidFill>
                          <a:latin typeface="Calibri" panose="020F0502020204030204"/>
                        </a:defRPr>
                      </a:lvl3pPr>
                      <a:lvl4pPr marL="1990740" algn="l" defTabSz="1327160" rtl="0" eaLnBrk="1" latinLnBrk="0" hangingPunct="1">
                        <a:defRPr sz="2613" b="1" kern="1200">
                          <a:solidFill>
                            <a:schemeClr val="lt1"/>
                          </a:solidFill>
                          <a:latin typeface="Calibri" panose="020F0502020204030204"/>
                        </a:defRPr>
                      </a:lvl4pPr>
                      <a:lvl5pPr marL="2654320" algn="l" defTabSz="1327160" rtl="0" eaLnBrk="1" latinLnBrk="0" hangingPunct="1">
                        <a:defRPr sz="2613" b="1" kern="1200">
                          <a:solidFill>
                            <a:schemeClr val="lt1"/>
                          </a:solidFill>
                          <a:latin typeface="Calibri" panose="020F0502020204030204"/>
                        </a:defRPr>
                      </a:lvl5pPr>
                      <a:lvl6pPr marL="3317900" algn="l" defTabSz="1327160" rtl="0" eaLnBrk="1" latinLnBrk="0" hangingPunct="1">
                        <a:defRPr sz="2613" b="1" kern="1200">
                          <a:solidFill>
                            <a:schemeClr val="lt1"/>
                          </a:solidFill>
                          <a:latin typeface="Calibri" panose="020F0502020204030204"/>
                        </a:defRPr>
                      </a:lvl6pPr>
                      <a:lvl7pPr marL="3981480" algn="l" defTabSz="1327160" rtl="0" eaLnBrk="1" latinLnBrk="0" hangingPunct="1">
                        <a:defRPr sz="2613" b="1" kern="1200">
                          <a:solidFill>
                            <a:schemeClr val="lt1"/>
                          </a:solidFill>
                          <a:latin typeface="Calibri" panose="020F0502020204030204"/>
                        </a:defRPr>
                      </a:lvl7pPr>
                      <a:lvl8pPr marL="4645061" algn="l" defTabSz="1327160" rtl="0" eaLnBrk="1" latinLnBrk="0" hangingPunct="1">
                        <a:defRPr sz="2613" b="1" kern="1200">
                          <a:solidFill>
                            <a:schemeClr val="lt1"/>
                          </a:solidFill>
                          <a:latin typeface="Calibri" panose="020F0502020204030204"/>
                        </a:defRPr>
                      </a:lvl8pPr>
                      <a:lvl9pPr marL="5308641" algn="l" defTabSz="1327160" rtl="0" eaLnBrk="1" latinLnBrk="0" hangingPunct="1">
                        <a:defRPr sz="2613" b="1" kern="1200">
                          <a:solidFill>
                            <a:schemeClr val="lt1"/>
                          </a:solidFill>
                          <a:latin typeface="Calibri" panose="020F0502020204030204"/>
                        </a:defRPr>
                      </a:lvl9pPr>
                    </a:lstStyle>
                    <a:p>
                      <a:pPr algn="ctr"/>
                      <a:r>
                        <a:rPr lang="en-IN" sz="2400" dirty="0"/>
                        <a:t>Spectral Indices Formula</a:t>
                      </a:r>
                      <a:endParaRPr lang="en-IN" sz="2400" dirty="0">
                        <a:latin typeface="+mn-lt"/>
                      </a:endParaRPr>
                    </a:p>
                  </a:txBody>
                  <a:tcPr marL="23286" marR="23286" marT="23286" marB="2328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583418264"/>
                  </a:ext>
                </a:extLst>
              </a:tr>
              <a:tr h="908155">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0" indent="0" algn="ctr">
                        <a:buFont typeface="Arial" panose="020B0604020202020204" pitchFamily="34" charset="0"/>
                        <a:buNone/>
                      </a:pPr>
                      <a:r>
                        <a:rPr lang="en-US" sz="2000" b="1" dirty="0"/>
                        <a:t>NDWI</a:t>
                      </a:r>
                      <a:endParaRPr lang="en-IN" sz="2000" dirty="0">
                        <a:latin typeface="+mn-lt"/>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84138" indent="0" algn="ctr">
                        <a:buNone/>
                      </a:pPr>
                      <a:r>
                        <a:rPr lang="en-IN" sz="2000" b="0" dirty="0"/>
                        <a:t>Normalized Difference Water Index(NDWI)</a:t>
                      </a:r>
                    </a:p>
                    <a:p>
                      <a:pPr marL="84138" indent="0" algn="ctr">
                        <a:buNone/>
                      </a:pPr>
                      <a:r>
                        <a:rPr lang="en-IN" sz="2000" b="1" dirty="0"/>
                        <a:t>NDWI = (GREEN-NIR) / (GREEN+NIR)</a:t>
                      </a: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670061772"/>
                  </a:ext>
                </a:extLst>
              </a:tr>
              <a:tr h="1089787">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0" indent="0" algn="ctr">
                        <a:buFont typeface="Arial" panose="020B0604020202020204" pitchFamily="34" charset="0"/>
                        <a:buNone/>
                      </a:pPr>
                      <a:r>
                        <a:rPr lang="en-IN" sz="2000" b="1" dirty="0"/>
                        <a:t>PISI</a:t>
                      </a:r>
                      <a:endParaRPr lang="en-IN" sz="2000" dirty="0">
                        <a:latin typeface="+mn-lt"/>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84138" lvl="1" indent="0" algn="ctr">
                        <a:lnSpc>
                          <a:spcPct val="100000"/>
                        </a:lnSpc>
                        <a:buNone/>
                      </a:pPr>
                      <a:r>
                        <a:rPr lang="en-IN" sz="2000" b="0" dirty="0"/>
                        <a:t>Perpendicular Impervious Surface Index (PISI)</a:t>
                      </a:r>
                    </a:p>
                    <a:p>
                      <a:pPr marL="84138" lvl="1" indent="0" algn="ctr">
                        <a:lnSpc>
                          <a:spcPct val="100000"/>
                        </a:lnSpc>
                        <a:buNone/>
                      </a:pPr>
                      <a:r>
                        <a:rPr lang="en-IN" sz="2000" b="1" dirty="0"/>
                        <a:t>PISI = 0.8192 * BLUE - 0.5735 * NIR + 0.075</a:t>
                      </a: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4034932068"/>
                  </a:ext>
                </a:extLst>
              </a:tr>
              <a:tr h="1009062">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0" indent="0" algn="ctr">
                        <a:buFont typeface="Arial" panose="020B0604020202020204" pitchFamily="34" charset="0"/>
                        <a:buNone/>
                      </a:pPr>
                      <a:r>
                        <a:rPr lang="en-US" sz="2000" b="1" dirty="0"/>
                        <a:t>NDBI</a:t>
                      </a:r>
                      <a:endParaRPr lang="en-US" sz="2000" dirty="0">
                        <a:latin typeface="+mn-lt"/>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84138" lvl="1" indent="0" algn="ctr">
                        <a:lnSpc>
                          <a:spcPct val="100000"/>
                        </a:lnSpc>
                        <a:buNone/>
                      </a:pPr>
                      <a:r>
                        <a:rPr lang="en-IN" sz="2000" b="0" dirty="0"/>
                        <a:t>Normalize Difference Build-up Index(NDBI)</a:t>
                      </a:r>
                      <a:endParaRPr lang="de-DE" sz="2000" b="0" dirty="0"/>
                    </a:p>
                    <a:p>
                      <a:pPr marL="84138" lvl="1" indent="0" algn="ctr">
                        <a:lnSpc>
                          <a:spcPct val="100000"/>
                        </a:lnSpc>
                        <a:buNone/>
                      </a:pPr>
                      <a:r>
                        <a:rPr lang="de-DE" sz="2000" b="1" dirty="0"/>
                        <a:t>NDBI = (SWIR – NIR) / (SWIR + NIR)</a:t>
                      </a:r>
                      <a:endParaRPr lang="en-IN" sz="2000" b="1" dirty="0">
                        <a:latin typeface="+mn-lt"/>
                        <a:cs typeface="Times New Roman" panose="02020603050405020304" pitchFamily="18" charset="0"/>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762068203"/>
                  </a:ext>
                </a:extLst>
              </a:tr>
              <a:tr h="1043631">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0" indent="0" algn="ctr">
                        <a:buFont typeface="Arial" panose="020B0604020202020204" pitchFamily="34" charset="0"/>
                        <a:buNone/>
                      </a:pPr>
                      <a:r>
                        <a:rPr lang="en-US" sz="2000" b="1" dirty="0"/>
                        <a:t>NDVI</a:t>
                      </a:r>
                      <a:endParaRPr lang="en-US" sz="2000" dirty="0">
                        <a:latin typeface="+mn-lt"/>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tc>
                  <a:txBody>
                    <a:bodyPr/>
                    <a:lstStyle>
                      <a:lvl1pPr marL="0" algn="l" defTabSz="1327160" rtl="0" eaLnBrk="1" latinLnBrk="0" hangingPunct="1">
                        <a:defRPr sz="2613" kern="1200">
                          <a:solidFill>
                            <a:schemeClr val="dk1"/>
                          </a:solidFill>
                          <a:latin typeface="Calibri" panose="020F0502020204030204"/>
                        </a:defRPr>
                      </a:lvl1pPr>
                      <a:lvl2pPr marL="663580" algn="l" defTabSz="1327160" rtl="0" eaLnBrk="1" latinLnBrk="0" hangingPunct="1">
                        <a:defRPr sz="2613" kern="1200">
                          <a:solidFill>
                            <a:schemeClr val="dk1"/>
                          </a:solidFill>
                          <a:latin typeface="Calibri" panose="020F0502020204030204"/>
                        </a:defRPr>
                      </a:lvl2pPr>
                      <a:lvl3pPr marL="1327160" algn="l" defTabSz="1327160" rtl="0" eaLnBrk="1" latinLnBrk="0" hangingPunct="1">
                        <a:defRPr sz="2613" kern="1200">
                          <a:solidFill>
                            <a:schemeClr val="dk1"/>
                          </a:solidFill>
                          <a:latin typeface="Calibri" panose="020F0502020204030204"/>
                        </a:defRPr>
                      </a:lvl3pPr>
                      <a:lvl4pPr marL="1990740" algn="l" defTabSz="1327160" rtl="0" eaLnBrk="1" latinLnBrk="0" hangingPunct="1">
                        <a:defRPr sz="2613" kern="1200">
                          <a:solidFill>
                            <a:schemeClr val="dk1"/>
                          </a:solidFill>
                          <a:latin typeface="Calibri" panose="020F0502020204030204"/>
                        </a:defRPr>
                      </a:lvl4pPr>
                      <a:lvl5pPr marL="2654320" algn="l" defTabSz="1327160" rtl="0" eaLnBrk="1" latinLnBrk="0" hangingPunct="1">
                        <a:defRPr sz="2613" kern="1200">
                          <a:solidFill>
                            <a:schemeClr val="dk1"/>
                          </a:solidFill>
                          <a:latin typeface="Calibri" panose="020F0502020204030204"/>
                        </a:defRPr>
                      </a:lvl5pPr>
                      <a:lvl6pPr marL="3317900" algn="l" defTabSz="1327160" rtl="0" eaLnBrk="1" latinLnBrk="0" hangingPunct="1">
                        <a:defRPr sz="2613" kern="1200">
                          <a:solidFill>
                            <a:schemeClr val="dk1"/>
                          </a:solidFill>
                          <a:latin typeface="Calibri" panose="020F0502020204030204"/>
                        </a:defRPr>
                      </a:lvl6pPr>
                      <a:lvl7pPr marL="3981480" algn="l" defTabSz="1327160" rtl="0" eaLnBrk="1" latinLnBrk="0" hangingPunct="1">
                        <a:defRPr sz="2613" kern="1200">
                          <a:solidFill>
                            <a:schemeClr val="dk1"/>
                          </a:solidFill>
                          <a:latin typeface="Calibri" panose="020F0502020204030204"/>
                        </a:defRPr>
                      </a:lvl7pPr>
                      <a:lvl8pPr marL="4645061" algn="l" defTabSz="1327160" rtl="0" eaLnBrk="1" latinLnBrk="0" hangingPunct="1">
                        <a:defRPr sz="2613" kern="1200">
                          <a:solidFill>
                            <a:schemeClr val="dk1"/>
                          </a:solidFill>
                          <a:latin typeface="Calibri" panose="020F0502020204030204"/>
                        </a:defRPr>
                      </a:lvl8pPr>
                      <a:lvl9pPr marL="5308641" algn="l" defTabSz="1327160" rtl="0" eaLnBrk="1" latinLnBrk="0" hangingPunct="1">
                        <a:defRPr sz="2613" kern="1200">
                          <a:solidFill>
                            <a:schemeClr val="dk1"/>
                          </a:solidFill>
                          <a:latin typeface="Calibri" panose="020F0502020204030204"/>
                        </a:defRPr>
                      </a:lvl9pPr>
                    </a:lstStyle>
                    <a:p>
                      <a:pPr marL="84138" indent="0" algn="ctr">
                        <a:buNone/>
                      </a:pPr>
                      <a:r>
                        <a:rPr lang="en-IN" sz="2000" b="0" dirty="0"/>
                        <a:t>Normalized Difference Vegetation Index(NDVI)</a:t>
                      </a:r>
                    </a:p>
                    <a:p>
                      <a:pPr marL="84138" indent="0" algn="ctr">
                        <a:buNone/>
                      </a:pPr>
                      <a:r>
                        <a:rPr lang="en-IN" sz="2000" b="1" dirty="0"/>
                        <a:t>NDVI = (NIR-RED) / (NIR+ RED)</a:t>
                      </a:r>
                    </a:p>
                    <a:p>
                      <a:pPr marL="0" indent="0" algn="ctr">
                        <a:buFont typeface="Arial" panose="020B0604020202020204" pitchFamily="34" charset="0"/>
                        <a:buNone/>
                      </a:pPr>
                      <a:endParaRPr lang="en-US" sz="2000" b="0" dirty="0">
                        <a:latin typeface="+mn-lt"/>
                      </a:endParaRPr>
                    </a:p>
                  </a:txBody>
                  <a:tcPr marL="91693" marR="91693" marT="45846" marB="4584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312317113"/>
                  </a:ext>
                </a:extLst>
              </a:tr>
            </a:tbl>
          </a:graphicData>
        </a:graphic>
      </p:graphicFrame>
      <p:sp>
        <p:nvSpPr>
          <p:cNvPr id="1850" name="TextBox 1849">
            <a:extLst>
              <a:ext uri="{FF2B5EF4-FFF2-40B4-BE49-F238E27FC236}">
                <a16:creationId xmlns:a16="http://schemas.microsoft.com/office/drawing/2014/main" id="{1318C73F-AD2D-6126-37FA-9E39B219D19E}"/>
              </a:ext>
            </a:extLst>
          </p:cNvPr>
          <p:cNvSpPr txBox="1"/>
          <p:nvPr/>
        </p:nvSpPr>
        <p:spPr>
          <a:xfrm>
            <a:off x="10168358" y="29268149"/>
            <a:ext cx="4232118"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Table 1. Spectral Indices Formula</a:t>
            </a:r>
          </a:p>
        </p:txBody>
      </p:sp>
      <p:pic>
        <p:nvPicPr>
          <p:cNvPr id="1852" name="Picture 1851">
            <a:extLst>
              <a:ext uri="{FF2B5EF4-FFF2-40B4-BE49-F238E27FC236}">
                <a16:creationId xmlns:a16="http://schemas.microsoft.com/office/drawing/2014/main" id="{4A671CF2-1A99-D242-F742-E86D337A994D}"/>
              </a:ext>
            </a:extLst>
          </p:cNvPr>
          <p:cNvPicPr>
            <a:picLocks noChangeAspect="1"/>
          </p:cNvPicPr>
          <p:nvPr/>
        </p:nvPicPr>
        <p:blipFill rotWithShape="1">
          <a:blip r:embed="rId58">
            <a:extLst>
              <a:ext uri="{28A0092B-C50C-407E-A947-70E740481C1C}">
                <a14:useLocalDpi xmlns:a14="http://schemas.microsoft.com/office/drawing/2010/main" val="0"/>
              </a:ext>
            </a:extLst>
          </a:blip>
          <a:srcRect l="-639" t="5292" r="639" b="-357"/>
          <a:stretch/>
        </p:blipFill>
        <p:spPr>
          <a:xfrm>
            <a:off x="9087267" y="16949387"/>
            <a:ext cx="6484095" cy="2906006"/>
          </a:xfrm>
          <a:prstGeom prst="rect">
            <a:avLst/>
          </a:prstGeom>
        </p:spPr>
      </p:pic>
      <p:sp>
        <p:nvSpPr>
          <p:cNvPr id="1853" name="TextBox 1852">
            <a:extLst>
              <a:ext uri="{FF2B5EF4-FFF2-40B4-BE49-F238E27FC236}">
                <a16:creationId xmlns:a16="http://schemas.microsoft.com/office/drawing/2014/main" id="{C92CBA85-1B2A-B235-CEB4-762841D16C6A}"/>
              </a:ext>
            </a:extLst>
          </p:cNvPr>
          <p:cNvSpPr txBox="1"/>
          <p:nvPr/>
        </p:nvSpPr>
        <p:spPr>
          <a:xfrm>
            <a:off x="10683143" y="19975851"/>
            <a:ext cx="3972361" cy="369332"/>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Fig-1. Sentinel-2 bands spectrum</a:t>
            </a:r>
          </a:p>
        </p:txBody>
      </p:sp>
      <p:sp>
        <p:nvSpPr>
          <p:cNvPr id="1854" name="TextBox 1853">
            <a:extLst>
              <a:ext uri="{FF2B5EF4-FFF2-40B4-BE49-F238E27FC236}">
                <a16:creationId xmlns:a16="http://schemas.microsoft.com/office/drawing/2014/main" id="{99D12266-2D12-7632-2380-90747A01BACC}"/>
              </a:ext>
            </a:extLst>
          </p:cNvPr>
          <p:cNvSpPr txBox="1"/>
          <p:nvPr/>
        </p:nvSpPr>
        <p:spPr>
          <a:xfrm>
            <a:off x="637354" y="24480287"/>
            <a:ext cx="7424955" cy="317009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output preparation we have used masking technique in which a mask is created on some class and pixels values for that are picked up.</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Basically we have picked up some pixels of each class using SNAP software.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Now to prepare for certain class say road we give output corresponding to road pixel as 1 and rest as 0. Similarly for the other classes.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After that model is trained for input and output and it is run on the whole image to detect certain class.</a:t>
            </a:r>
          </a:p>
        </p:txBody>
      </p:sp>
      <p:sp>
        <p:nvSpPr>
          <p:cNvPr id="3" name="TextBox 2">
            <a:extLst>
              <a:ext uri="{FF2B5EF4-FFF2-40B4-BE49-F238E27FC236}">
                <a16:creationId xmlns:a16="http://schemas.microsoft.com/office/drawing/2014/main" id="{537D0D16-4AC7-6DB8-CF41-3403A7F86A02}"/>
              </a:ext>
            </a:extLst>
          </p:cNvPr>
          <p:cNvSpPr txBox="1"/>
          <p:nvPr/>
        </p:nvSpPr>
        <p:spPr>
          <a:xfrm>
            <a:off x="16764000" y="35240408"/>
            <a:ext cx="15434698" cy="317009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are numerous techniques for detecting changes; however, it is difficult for selecting an optimum and definite method. The temporal, spatial, spectral and radiometric resolutions of remotely sensed data have a significant impact on the success of a remote sensing change detection project.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Post-classification-based approach delivers considerable accuracy as compared to the algebraic approaches.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False Alarms are reduced by :</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Fusing additional band in input data from Spectral Indices for respective classes.</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Better selection of ROIs for multi class results.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water class Random Forest performs the best, for road class DNN performs the best, for building class Random Forest performs the best and for vegetation class SVM performs the best in change detection.</a:t>
            </a:r>
            <a:endParaRPr lang="en-US" sz="2000" dirty="0">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66098B3-8790-5880-949C-9AE6D37C6657}"/>
              </a:ext>
            </a:extLst>
          </p:cNvPr>
          <p:cNvSpPr txBox="1"/>
          <p:nvPr/>
        </p:nvSpPr>
        <p:spPr>
          <a:xfrm>
            <a:off x="764859" y="8735656"/>
            <a:ext cx="15166383" cy="747897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Change detection (CD) is a phenomenon of detecting change in targets of the same geographical area by observing the set of images captured at different periods to find Geospatial changes : natural or human-made occurrences. Remote Sensing (RS) technology provide a potent data source for continuous observation and evaluation over time for evaluating changes various temporal and spatial resolution datasets. To learn the reduction of false alarms, this project implements Post-classification techniques of change detection: Random forest, Support Vector Machine and Neural Network.</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study involves satellite imageries of Sentinel-2 satellite. To extract features for implementing classification techniques, spectral indices of respective classes are used. Three classification techniques are utilized to deduce an optimum classification model. After the classification maps are produced, change in the target area is evaluated from the results of two dates. Reference image from google earth is compared with results to calculate confusion matrix. False alarms are then reduced by refining the model which further improves the accuracy of change detection model.</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Various classification techniques used here are Support Vector Machine(SVM), Random Forest and Deep Neural Network(DNN). SVM classify data points even when they are not otherwise linearly separable by mapping the data to a high-dimensional feature space. Random forest combines the output of multiple decision trees to reach a single result. DNN represents the type of machine learning when the system uses many layers of nodes to derive high-level functions from input information.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u="sng" dirty="0">
                <a:latin typeface="Times New Roman" panose="02020603050405020304" pitchFamily="18" charset="0"/>
                <a:cs typeface="Times New Roman" panose="02020603050405020304" pitchFamily="18" charset="0"/>
              </a:rPr>
              <a:t>Application : </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Tracking environmental conditions –  deforestation, desertification</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Land-use and land-cover (LULC) change</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Impact of natural disasters - floods</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Urban expansion</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Agriculture : finding changes in vegetation</a:t>
            </a:r>
          </a:p>
          <a:p>
            <a:pPr marL="45720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Analyzing climate change</a:t>
            </a:r>
          </a:p>
          <a:p>
            <a:pPr algn="just"/>
            <a:endParaRPr lang="en-IN" sz="20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04FCED8C-2B76-960E-4F72-FCC2D7C3AF3B}"/>
              </a:ext>
            </a:extLst>
          </p:cNvPr>
          <p:cNvSpPr txBox="1">
            <a:spLocks/>
          </p:cNvSpPr>
          <p:nvPr/>
        </p:nvSpPr>
        <p:spPr bwMode="auto">
          <a:xfrm>
            <a:off x="16811349" y="40441982"/>
            <a:ext cx="15354852" cy="2529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rtl="0" eaLnBrk="1" fontAlgn="base" hangingPunct="1">
              <a:spcBef>
                <a:spcPct val="20000"/>
              </a:spcBef>
              <a:spcAft>
                <a:spcPct val="0"/>
              </a:spcAft>
              <a:buFont typeface="Arial"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algn="just"/>
            <a:r>
              <a:rPr lang="en-IN" sz="2000" dirty="0">
                <a:latin typeface="Times New Roman" panose="02020603050405020304" pitchFamily="18" charset="0"/>
                <a:cs typeface="Times New Roman" panose="02020603050405020304" pitchFamily="18" charset="0"/>
              </a:rPr>
              <a:t>Afaq, Yasir &amp; Manocha, Ankush. (2021). Analysis on change detection techniques for remote sensing applications: A review. Ecological Informatics. 63. 101310. 10.1016/j.ecoinf.2021.101310.</a:t>
            </a:r>
          </a:p>
          <a:p>
            <a:pPr algn="just"/>
            <a:r>
              <a:rPr lang="en-US" sz="2000" dirty="0">
                <a:latin typeface="Times New Roman" panose="02020603050405020304" pitchFamily="18" charset="0"/>
                <a:cs typeface="Times New Roman" panose="02020603050405020304" pitchFamily="18" charset="0"/>
              </a:rPr>
              <a:t>Asokan, A., Anitha, J. Change detection techniques for remote sensing applications: a survey. Earth Sci Inform 12, 143–160 (2019). https://doi.org/10.1007/s12145-019-00380-5</a:t>
            </a:r>
          </a:p>
          <a:p>
            <a:pPr algn="just"/>
            <a:r>
              <a:rPr lang="en-US" sz="2000" dirty="0">
                <a:latin typeface="Times New Roman" panose="02020603050405020304" pitchFamily="18" charset="0"/>
                <a:cs typeface="Times New Roman" panose="02020603050405020304" pitchFamily="18" charset="0"/>
              </a:rPr>
              <a:t>S. Minu, Amba Shetty, A Comparative Study of Image Change Detection Algorithms in MATLAB, Aquatic Procedia, Volume 4</a:t>
            </a:r>
          </a:p>
          <a:p>
            <a:pPr algn="just"/>
            <a:r>
              <a:rPr lang="en-US" sz="2000" dirty="0">
                <a:latin typeface="Times New Roman" panose="02020603050405020304" pitchFamily="18" charset="0"/>
                <a:cs typeface="Times New Roman" panose="02020603050405020304" pitchFamily="18" charset="0"/>
              </a:rPr>
              <a:t>You, Y.; Cao, J.; Zhou, W. A Survey of Change Detection Methods Based on Remote Sensing Images for Multi-Source and Multi-Objective Scenarios. Remote Sens. 2020, 12, 2460.</a:t>
            </a:r>
          </a:p>
          <a:p>
            <a:pPr algn="just"/>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93F2F0D-C111-11CD-58C5-D2679F3C805B}"/>
              </a:ext>
            </a:extLst>
          </p:cNvPr>
          <p:cNvSpPr txBox="1"/>
          <p:nvPr/>
        </p:nvSpPr>
        <p:spPr>
          <a:xfrm>
            <a:off x="16942266" y="38720287"/>
            <a:ext cx="15013172" cy="1015663"/>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We express our sincere gratitude to </a:t>
            </a:r>
            <a:r>
              <a:rPr lang="en-US" sz="2000" kern="0" dirty="0">
                <a:latin typeface="Times New Roman" panose="02020603050405020304" pitchFamily="18" charset="0"/>
                <a:cs typeface="Times New Roman" panose="02020603050405020304" pitchFamily="18" charset="0"/>
                <a:sym typeface="Arial"/>
              </a:rPr>
              <a:t>Dr.</a:t>
            </a:r>
            <a:r>
              <a:rPr lang="en-US" sz="2000" kern="0" dirty="0">
                <a:latin typeface="Times New Roman" panose="02020603050405020304" pitchFamily="18" charset="0"/>
                <a:ea typeface="Arial"/>
                <a:cs typeface="Times New Roman" panose="02020603050405020304" pitchFamily="18" charset="0"/>
                <a:sym typeface="Arial"/>
              </a:rPr>
              <a:t> Dharmendra Singh and Lieutenant Colonel Him Dhawan for providing guidance in domain of remote sensing, datasets, knowledge of ML techniques and the infrastructure for our project.    </a:t>
            </a:r>
          </a:p>
          <a:p>
            <a:pPr algn="just"/>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FA2FC9B-F23B-8FA3-597A-D76F00EC3C63}"/>
              </a:ext>
            </a:extLst>
          </p:cNvPr>
          <p:cNvSpPr txBox="1"/>
          <p:nvPr/>
        </p:nvSpPr>
        <p:spPr>
          <a:xfrm>
            <a:off x="557348" y="30041841"/>
            <a:ext cx="1650173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MODEL ARCHITECHTURE:</a:t>
            </a:r>
          </a:p>
        </p:txBody>
      </p:sp>
      <p:graphicFrame>
        <p:nvGraphicFramePr>
          <p:cNvPr id="9" name="Chart 8">
            <a:extLst>
              <a:ext uri="{FF2B5EF4-FFF2-40B4-BE49-F238E27FC236}">
                <a16:creationId xmlns:a16="http://schemas.microsoft.com/office/drawing/2014/main" id="{F770CC7D-1F6E-E5D7-E6E9-02B3FA1C515C}"/>
              </a:ext>
            </a:extLst>
          </p:cNvPr>
          <p:cNvGraphicFramePr/>
          <p:nvPr>
            <p:extLst>
              <p:ext uri="{D42A27DB-BD31-4B8C-83A1-F6EECF244321}">
                <p14:modId xmlns:p14="http://schemas.microsoft.com/office/powerpoint/2010/main" val="1735905508"/>
              </p:ext>
            </p:extLst>
          </p:nvPr>
        </p:nvGraphicFramePr>
        <p:xfrm>
          <a:off x="18025070" y="27859369"/>
          <a:ext cx="13109658" cy="7375515"/>
        </p:xfrm>
        <a:graphic>
          <a:graphicData uri="http://schemas.openxmlformats.org/drawingml/2006/chart">
            <c:chart xmlns:c="http://schemas.openxmlformats.org/drawingml/2006/chart" xmlns:r="http://schemas.openxmlformats.org/officeDocument/2006/relationships" r:id="rId59"/>
          </a:graphicData>
        </a:graphic>
      </p:graphicFrame>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14514</TotalTime>
  <Words>1605</Words>
  <Application>Microsoft Office PowerPoint</Application>
  <PresentationFormat>Custom</PresentationFormat>
  <Paragraphs>225</Paragraphs>
  <Slides>1</Slides>
  <Notes>1</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11" baseType="lpstr">
      <vt:lpstr>Arial</vt:lpstr>
      <vt:lpstr>Arial Black</vt:lpstr>
      <vt:lpstr>Arial Narrow</vt:lpstr>
      <vt:lpstr>Calibri</vt:lpstr>
      <vt:lpstr>Times New Roman</vt:lpstr>
      <vt:lpstr>Wingdings</vt:lpstr>
      <vt:lpstr>Custom Design</vt:lpstr>
      <vt:lpstr>1_Custom Design</vt:lpstr>
      <vt:lpstr>2_Custom Design</vt:lpstr>
      <vt:lpstr>Equation</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91.5x122 cm Poster Template</dc:title>
  <dc:subject>Free PowerPoint poster templates</dc:subject>
  <dc:creator>Administrator</dc:creator>
  <cp:keywords>poster presentation, poster design, poster template</cp:keywords>
  <dc:description>Call us if you need help with this poster template._x000d_
1-866-649-3004           _x000d_
 (c)PosterPresentations.com</dc:description>
  <cp:lastModifiedBy>KRISHNA BHARDWAJ</cp:lastModifiedBy>
  <cp:revision>635</cp:revision>
  <cp:lastPrinted>2018-07-16T06:09:39Z</cp:lastPrinted>
  <dcterms:created xsi:type="dcterms:W3CDTF">2005-05-18T01:24:28Z</dcterms:created>
  <dcterms:modified xsi:type="dcterms:W3CDTF">2023-04-19T06:06:15Z</dcterms:modified>
  <cp:category>Powerpoint poster templates</cp:category>
</cp:coreProperties>
</file>